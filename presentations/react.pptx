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428" r:id="rId7"/>
    <p:sldId id="429" r:id="rId8"/>
    <p:sldId id="430" r:id="rId9"/>
    <p:sldId id="431" r:id="rId10"/>
    <p:sldId id="432" r:id="rId11"/>
    <p:sldId id="261" r:id="rId12"/>
    <p:sldId id="262" r:id="rId13"/>
    <p:sldId id="263" r:id="rId14"/>
    <p:sldId id="264" r:id="rId15"/>
    <p:sldId id="265" r:id="rId16"/>
    <p:sldId id="266"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267" r:id="rId1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6EC21-8237-D1E4-1A41-7E8CB41178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C684EF-EF66-E3CE-F7E7-764B4BB50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FC5FEB-0132-E072-054E-23BBF19809A5}"/>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8F68BC4F-0CF7-60CB-285B-778BB41C02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935BB-60FF-C8FF-5D8F-6494BCDCBF3B}"/>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685535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BDF9-134A-DB6A-C30C-B912F08813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101D0-07C4-CB0D-93D0-AC762ADE8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C9939-C9C5-87C1-A84A-DA30D9FAAAD6}"/>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3D393ABD-01DC-A7BE-8E0E-8092987E9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B62CF-E412-081E-0501-2168136108C1}"/>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333063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34C9-ACEB-ABCE-7767-00C62ED365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AB0A76-18B2-1BA2-2D41-DA6235FF59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81E866-50A5-2F84-BDA2-7FA156CA3A3A}"/>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2EDD7FDE-ACE2-DCD4-90F5-411696724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FCB02-7F4F-B212-F7FE-B20ABC1D6ADE}"/>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3041533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158F2-2310-A332-9A26-D5AA69634B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9AC050-CD83-09CF-8B56-C729930509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518095-3E52-6B27-3D7E-7A5702B940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A70ED3-0EB6-1EE2-1DC3-9343CDDA27E7}"/>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6" name="Footer Placeholder 5">
            <a:extLst>
              <a:ext uri="{FF2B5EF4-FFF2-40B4-BE49-F238E27FC236}">
                <a16:creationId xmlns:a16="http://schemas.microsoft.com/office/drawing/2014/main" id="{72203571-51D6-A384-46D4-6D49C16559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9A0967-E900-71BF-3377-A580B321562D}"/>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363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225C-AF49-9264-237D-3064080C82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F19605-34E9-ABC6-FB29-144F1E029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B2FE52-E942-9889-A637-837F0C696B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A665FF-5FB0-3B9A-C765-C514CE657A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716D9A-32B4-1E1F-8348-FDDAC775F4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980932-6DE2-D58B-A6B6-709F17305623}"/>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8" name="Footer Placeholder 7">
            <a:extLst>
              <a:ext uri="{FF2B5EF4-FFF2-40B4-BE49-F238E27FC236}">
                <a16:creationId xmlns:a16="http://schemas.microsoft.com/office/drawing/2014/main" id="{52CEEC46-FBE5-895F-50FF-E60F997379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EB38A4-B70D-FB96-210E-542C6490C6D7}"/>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1464187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577B-491F-0751-019B-099ED2234A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907931-02A5-C1AF-227C-BF73000C7585}"/>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4" name="Footer Placeholder 3">
            <a:extLst>
              <a:ext uri="{FF2B5EF4-FFF2-40B4-BE49-F238E27FC236}">
                <a16:creationId xmlns:a16="http://schemas.microsoft.com/office/drawing/2014/main" id="{BE2579B9-E8C6-0F07-D6E8-166D7E790F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800817-0D9F-A9B4-AA47-0ECD76181A9A}"/>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1221154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6DA8D1-102F-FF80-018C-0F7B22E2BDF5}"/>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3" name="Footer Placeholder 2">
            <a:extLst>
              <a:ext uri="{FF2B5EF4-FFF2-40B4-BE49-F238E27FC236}">
                <a16:creationId xmlns:a16="http://schemas.microsoft.com/office/drawing/2014/main" id="{EC499CD1-6D82-6AE4-EBC4-29E66A8444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54FA74-ACFC-3DC4-D615-5AF8D82D8963}"/>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565061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44AA0-D438-F50D-6BD0-E96192223A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C88126-C661-2B53-96A9-C4F52EC039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B8F4F-A3D9-DA5C-2F13-6F9A87500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66F29-DF4D-9E69-B268-35904CFFEF76}"/>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6" name="Footer Placeholder 5">
            <a:extLst>
              <a:ext uri="{FF2B5EF4-FFF2-40B4-BE49-F238E27FC236}">
                <a16:creationId xmlns:a16="http://schemas.microsoft.com/office/drawing/2014/main" id="{F34A0F16-2557-0350-C279-F6A62B95C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C8263B-BE9E-F0A6-5318-9B42CEDD3FD1}"/>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3501911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7A5A9-33BB-C193-B844-6FB6401EB8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C8789D-6114-CE3D-CA03-E074235A6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76734E-9A21-3F52-9DA6-23B6E940B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8C99B-A42E-F309-CA04-E89638852FE4}"/>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6" name="Footer Placeholder 5">
            <a:extLst>
              <a:ext uri="{FF2B5EF4-FFF2-40B4-BE49-F238E27FC236}">
                <a16:creationId xmlns:a16="http://schemas.microsoft.com/office/drawing/2014/main" id="{B8C2A6E5-4E1D-0576-F7F1-7F230C44E0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301CB-19C0-DC80-512A-F50F254E175F}"/>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89284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FAB0-EDAA-DE86-F586-D07397326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B9EEDD-0F15-6DFF-2718-C0C1BDD07A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460E0-A777-BD12-1386-39F9C74A5B9E}"/>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77DBFC14-BAC9-A745-3AA0-B2D424948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644F5-E4AC-1517-6496-371B4AAC26B4}"/>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4203657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1C72E1-335C-5C6F-C58C-485149D64C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242C36-27E3-1FB9-CA28-07B7C50AEA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4529F-0603-159E-AAC5-344C73A21BF5}"/>
              </a:ext>
            </a:extLst>
          </p:cNvPr>
          <p:cNvSpPr>
            <a:spLocks noGrp="1"/>
          </p:cNvSpPr>
          <p:nvPr>
            <p:ph type="dt" sz="half" idx="10"/>
          </p:nvPr>
        </p:nvSpPr>
        <p:spPr/>
        <p:txBody>
          <a:body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3324B653-6E7F-5FBC-7290-1F2856B79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07DA37-85D0-8113-305A-F9E2EC352D89}"/>
              </a:ext>
            </a:extLst>
          </p:cNvPr>
          <p:cNvSpPr>
            <a:spLocks noGrp="1"/>
          </p:cNvSpPr>
          <p:nvPr>
            <p:ph type="sldNum" sz="quarter" idx="12"/>
          </p:nvPr>
        </p:nvSpPr>
        <p:spPr/>
        <p:txBody>
          <a:bodyPr/>
          <a:lstStyle/>
          <a:p>
            <a:fld id="{9C547995-4B91-4AEA-BC32-E2AE4FB1F8BF}" type="slidenum">
              <a:rPr lang="en-US" smtClean="0"/>
              <a:t>‹#›</a:t>
            </a:fld>
            <a:endParaRPr lang="en-US"/>
          </a:p>
        </p:txBody>
      </p:sp>
    </p:spTree>
    <p:extLst>
      <p:ext uri="{BB962C8B-B14F-4D97-AF65-F5344CB8AC3E}">
        <p14:creationId xmlns:p14="http://schemas.microsoft.com/office/powerpoint/2010/main" val="3673969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2F0F9-46C6-6A79-9837-3FBEA271F0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AEFA73-7880-CA62-FAE7-63B8217DF3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6CFE12-D593-07A7-568B-34BF9DDD7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B8BAD5-8445-4979-AF29-0A3B48DD6016}" type="datetimeFigureOut">
              <a:rPr lang="en-US" smtClean="0"/>
              <a:t>2/6/2026</a:t>
            </a:fld>
            <a:endParaRPr lang="en-US"/>
          </a:p>
        </p:txBody>
      </p:sp>
      <p:sp>
        <p:nvSpPr>
          <p:cNvPr id="5" name="Footer Placeholder 4">
            <a:extLst>
              <a:ext uri="{FF2B5EF4-FFF2-40B4-BE49-F238E27FC236}">
                <a16:creationId xmlns:a16="http://schemas.microsoft.com/office/drawing/2014/main" id="{1B2C2752-388A-D4D9-C4F9-97F2ABFD6D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61DCEE-9FBC-35E1-FA4A-2D8FE6BA9F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547995-4B91-4AEA-BC32-E2AE4FB1F8BF}" type="slidenum">
              <a:rPr lang="en-US" smtClean="0"/>
              <a:t>‹#›</a:t>
            </a:fld>
            <a:endParaRPr lang="en-US"/>
          </a:p>
        </p:txBody>
      </p:sp>
    </p:spTree>
    <p:extLst>
      <p:ext uri="{BB962C8B-B14F-4D97-AF65-F5344CB8AC3E}">
        <p14:creationId xmlns:p14="http://schemas.microsoft.com/office/powerpoint/2010/main" val="2975805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941D-D47E-113E-1733-D7625E88E8E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DB56527-5BE3-7F44-E551-2B9B47BC55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98686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y be an image of text that says 'MissTechie Miss Techie @misstechie15 React Folder Structure Version Version19 19 Swipe'">
            <a:extLst>
              <a:ext uri="{FF2B5EF4-FFF2-40B4-BE49-F238E27FC236}">
                <a16:creationId xmlns:a16="http://schemas.microsoft.com/office/drawing/2014/main" id="{1CF55B46-BA67-D2E3-0DA5-81E2B0789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98" y="492760"/>
            <a:ext cx="5872480" cy="587248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ay be an image of text that says 'Common folder within src 1) )components/ Contains reusable UI components (e.g., buttons, modals, inputs). src/components/ Button/ Button.js Button.module.css Navbar/ Card/ 2) hooks/ Contains custom React hooks t reuse logic. src/hooks/ useAuth.js js useFetch.js js Miss Techie misstechvie15 Next →'">
            <a:extLst>
              <a:ext uri="{FF2B5EF4-FFF2-40B4-BE49-F238E27FC236}">
                <a16:creationId xmlns:a16="http://schemas.microsoft.com/office/drawing/2014/main" id="{C2EF88EE-4BEC-BC0E-F9EA-99A216F530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92760"/>
            <a:ext cx="5872480" cy="5872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705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A roadmap for React developers in 2026, featuring HTML, CSS, and JavaScript.">
            <a:extLst>
              <a:ext uri="{FF2B5EF4-FFF2-40B4-BE49-F238E27FC236}">
                <a16:creationId xmlns:a16="http://schemas.microsoft.com/office/drawing/2014/main" id="{C0C82621-464D-E596-C279-19BF166FA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57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y be an image of text that says '國 FRONTEND FOUNDATION (MANDATORY) Who is a React Developer? Builds modern web Uls Uses React library Works with APls, state, and components Focus on user experience Before React -MUST KNOW @Developer Blz DOO &lt;a href=&gt; &lt;ahrei=&gt;..] ..] HTML Tags Forms Semantic HTML Accessibility basics 2 CSS Box Model Flexbox Grid Responsive design Layout 2 Functions function myFuncO...) 3 JavaScript Learn: Variables (, const) Functions Arrays &amp; Objęcts DOM basics 3 JavaScript (VERY IMPORTANT) $6 features created by developer blz'">
            <a:extLst>
              <a:ext uri="{FF2B5EF4-FFF2-40B4-BE49-F238E27FC236}">
                <a16:creationId xmlns:a16="http://schemas.microsoft.com/office/drawing/2014/main" id="{EEE53098-0696-C290-7F50-B80575A7A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3600" y="0"/>
            <a:ext cx="457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58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ay be an image of text that says 'MODERN JAVASCRIPT FOR REACT JavaScript Concepts for React ES6+ Features Arrow functions const { name, age} person Spread Rest operator. -Template literals Default parameters console. console.log( log &quot;Hello, $(name!!&quot;) function sum ٩ Array Methods (USED DAILY) 0) map filter() @Developer Blz 10 2,3,3,4) reduce() find() (0,20, ,5,15 50 10 F5,10 25 45 10) 45 Async JavaScript Callbacks Promises doSomething} Value, callback) async/ await Fetch API ١٠٠٠ fetchData().then().catch() await fetchData JS Concepts Scope {Global {Local Block 1043 Hoisting Itaisting var- f10ss &lt;11&gt; hello, this. this.name name this'">
            <a:extLst>
              <a:ext uri="{FF2B5EF4-FFF2-40B4-BE49-F238E27FC236}">
                <a16:creationId xmlns:a16="http://schemas.microsoft.com/office/drawing/2014/main" id="{2D667778-3172-EE02-EF60-4F869CDD0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927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y be an image of text that says 'မ REACT CORE CONCEPTS What is React? D JavaScript library Component-based -Virtual DOM - Fast UI updates &lt;/&gt; &lt;/&gt; Navbar Core Concepts Posts Form JSX &lt;h1&gt;Hello React &lt;/h1&gt; App Navbar Components Functional Components Class Components (basic idea) Posts Props Form Read-only Pass data to components App.mts App. .mts 1&lt; &lt;L1W9 9 State Component data Causes re-render Restult A---. Project Structure. Scope Fー &lt;handleCLick() Hoisting this M onClick onChange onSubmit this components/ pages/ hooks/ project projectstruture struture components/ pages/ hooks/'">
            <a:extLst>
              <a:ext uri="{FF2B5EF4-FFF2-40B4-BE49-F238E27FC236}">
                <a16:creationId xmlns:a16="http://schemas.microsoft.com/office/drawing/2014/main" id="{B01AFF45-6E85-A4EC-55F6-B5F28B66B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6370" y="0"/>
            <a:ext cx="50927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182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3CD5FCED-C816-A6CB-B450-4B73D76B9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927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y be a graphic of floor plan, blueprint and text">
            <a:extLst>
              <a:ext uri="{FF2B5EF4-FFF2-40B4-BE49-F238E27FC236}">
                <a16:creationId xmlns:a16="http://schemas.microsoft.com/office/drawing/2014/main" id="{5DBED82E-05FC-48F3-59C3-EBB8043A0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5890" y="0"/>
            <a:ext cx="50927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75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CE0F-F3FB-340F-5824-869B3FC59C61}"/>
            </a:ext>
          </a:extLst>
        </p:cNvPr>
        <p:cNvGrpSpPr/>
        <p:nvPr/>
      </p:nvGrpSpPr>
      <p:grpSpPr>
        <a:xfrm>
          <a:off x="0" y="0"/>
          <a:ext cx="0" cy="0"/>
          <a:chOff x="0" y="0"/>
          <a:chExt cx="0" cy="0"/>
        </a:xfrm>
      </p:grpSpPr>
      <p:pic>
        <p:nvPicPr>
          <p:cNvPr id="5122" name="Picture 2" descr="May be a graphic of text that says 'HOW TOP COMPONIES E WRITES REACT.JS? @frontend_in_depth'">
            <a:extLst>
              <a:ext uri="{FF2B5EF4-FFF2-40B4-BE49-F238E27FC236}">
                <a16:creationId xmlns:a16="http://schemas.microsoft.com/office/drawing/2014/main" id="{3875C04D-7781-D5C2-7E19-A0FD1C449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64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y be an image of text">
            <a:extLst>
              <a:ext uri="{FF2B5EF4-FFF2-40B4-BE49-F238E27FC236}">
                <a16:creationId xmlns:a16="http://schemas.microsoft.com/office/drawing/2014/main" id="{A524278D-ADEE-1F86-FABF-0E0A60712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149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2E8A2-52CE-3A4C-F47E-D72AF90A873B}"/>
            </a:ext>
          </a:extLst>
        </p:cNvPr>
        <p:cNvGrpSpPr/>
        <p:nvPr/>
      </p:nvGrpSpPr>
      <p:grpSpPr>
        <a:xfrm>
          <a:off x="0" y="0"/>
          <a:ext cx="0" cy="0"/>
          <a:chOff x="0" y="0"/>
          <a:chExt cx="0" cy="0"/>
        </a:xfrm>
      </p:grpSpPr>
      <p:pic>
        <p:nvPicPr>
          <p:cNvPr id="6146" name="Picture 2" descr="May be a graphic of text that says 'FOLDER STRUCTURE THAT SCALES Top companies follow modular, scalable folder structures. Instead of dumping everything into components/, they use feature-based feature- architecture: react.js src/ features/ auth/ components/ hooks/ services/ shared/ shared/ ui/ utils/ App. App.jsx Easier asiertesting testing Better Bettercodeownership code ownership Scales across large teams'">
            <a:extLst>
              <a:ext uri="{FF2B5EF4-FFF2-40B4-BE49-F238E27FC236}">
                <a16:creationId xmlns:a16="http://schemas.microsoft.com/office/drawing/2014/main" id="{DD788275-CD16-ACFE-3AF5-C6CA14D81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1524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ay be a graphic of text that says 'DESIGN SYSTEMS &amp; UI LIBRARIES They don't write UI from scratch for every component. Airbnb uses internal design systems. Shopify has Polaris. Meta uses style guidelines and reusable UI components You should build or use design systems like: Chakra UI, Tailwind + Headless UI, or Radix UI. Why? Consistency Faster UI dev Accessibility built-in'">
            <a:extLst>
              <a:ext uri="{FF2B5EF4-FFF2-40B4-BE49-F238E27FC236}">
                <a16:creationId xmlns:a16="http://schemas.microsoft.com/office/drawing/2014/main" id="{4572EC19-9060-8D5E-64D4-B0AADBF23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744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32F5F-D4B7-18F1-2D07-6DF46A654F60}"/>
            </a:ext>
          </a:extLst>
        </p:cNvPr>
        <p:cNvGrpSpPr/>
        <p:nvPr/>
      </p:nvGrpSpPr>
      <p:grpSpPr>
        <a:xfrm>
          <a:off x="0" y="0"/>
          <a:ext cx="0" cy="0"/>
          <a:chOff x="0" y="0"/>
          <a:chExt cx="0" cy="0"/>
        </a:xfrm>
      </p:grpSpPr>
      <p:pic>
        <p:nvPicPr>
          <p:cNvPr id="7170" name="Picture 2" descr="May be a graphic of text that says 'LOGIC . ALWAYS. Big companies extract business logic into custom hooks. : react.js // useProducts. js export function useProducts() { const [data, setData] useState([]); ([)); useEffect(O) =&gt;{ { fetchProducts(). fetchProducts().then(setData) .then(setData); }, [)); return data; } Keeps components clean Easy to test Reusable across the app'">
            <a:extLst>
              <a:ext uri="{FF2B5EF4-FFF2-40B4-BE49-F238E27FC236}">
                <a16:creationId xmlns:a16="http://schemas.microsoft.com/office/drawing/2014/main" id="{5F14796E-8E59-F15A-8E82-D1F0706CB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92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May be a graphic of text that says 'CLEAN CODE SCALABLE CODE Big companies follow Clean Code principles like: SRP (single Responsibility Principle) •KISS (Keep It Simple, Stupid) DRY (Don't Repeat Yourself) Avoid: react.js &lt;Button ttrvaia-olao /&gt; variant &quot;danger&quot; color &quot;red&quot; bg &quot;red&quot; Do: react.j js &lt;DeleteButton /&gt; Abstraction Abstraction=fewer = fewer bugs.'">
            <a:extLst>
              <a:ext uri="{FF2B5EF4-FFF2-40B4-BE49-F238E27FC236}">
                <a16:creationId xmlns:a16="http://schemas.microsoft.com/office/drawing/2014/main" id="{2E6F1FE7-C31D-FB35-4646-EFB3A62315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336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333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9C9B-389F-4DA1-A684-4F094935DBBF}"/>
            </a:ext>
          </a:extLst>
        </p:cNvPr>
        <p:cNvGrpSpPr/>
        <p:nvPr/>
      </p:nvGrpSpPr>
      <p:grpSpPr>
        <a:xfrm>
          <a:off x="0" y="0"/>
          <a:ext cx="0" cy="0"/>
          <a:chOff x="0" y="0"/>
          <a:chExt cx="0" cy="0"/>
        </a:xfrm>
      </p:grpSpPr>
      <p:pic>
        <p:nvPicPr>
          <p:cNvPr id="8194" name="Picture 2" descr="May be a graphic of text that says 'REAL-TIME CODE REVIEWS LINTING They never push unreviewed code. Code reviews = learning + consistency Pre-commit hooks using Husky Code style enforced with ESLint, Prettier Bonus Tip: Try using commitlint, lint-staged, and conventional commits like top dev teams.'">
            <a:extLst>
              <a:ext uri="{FF2B5EF4-FFF2-40B4-BE49-F238E27FC236}">
                <a16:creationId xmlns:a16="http://schemas.microsoft.com/office/drawing/2014/main" id="{0F258ACC-FE6E-D4E8-92B6-7238B60D9F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May be a graphic of text that says 'SECURITY &amp; ACCESSIBILITY FIRST Big companies care deeply about: ဖမိ Security: Preventing XSS, CSRF Token handling ಸ Accessibility (a11y): Keyboard navigation •Screen reader support Color contrast Use tools like: eslint- esini-pugi-jis-ililog-col.it eslint-plugin -jsx-ally, -, Lighthouse eslint-plugin-jsx-ally,'">
            <a:extLst>
              <a:ext uri="{FF2B5EF4-FFF2-40B4-BE49-F238E27FC236}">
                <a16:creationId xmlns:a16="http://schemas.microsoft.com/office/drawing/2014/main" id="{775E9EE9-0CE4-75F9-EBF0-850B0A5A1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756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May be a graphic of text that says 'AUTOMATION + MONITORING They automate everything: CI/CD (GitHub Actions, Vercel, cl/cD(itHubActins,Verce,Circle Circlecı) Bundle size alerts Lighthouse CI for performance They don't just ship they monitor what they ship.'">
            <a:extLst>
              <a:ext uri="{FF2B5EF4-FFF2-40B4-BE49-F238E27FC236}">
                <a16:creationId xmlns:a16="http://schemas.microsoft.com/office/drawing/2014/main" id="{CAA1E476-9289-21AA-2176-DB5878654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May be an image of text that says 'FINAL WORDS These practices are not fancy, they're essential. If you want to get hired at top tech companies or build scalable apps... Start writing code like them. You don't need job at Meta But you should write like someone who could get one.'">
            <a:extLst>
              <a:ext uri="{FF2B5EF4-FFF2-40B4-BE49-F238E27FC236}">
                <a16:creationId xmlns:a16="http://schemas.microsoft.com/office/drawing/2014/main" id="{44EEB337-09D1-C95E-E4AA-B9889D624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54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56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283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858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203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6854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296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E4D0F-F0AD-CA4A-615B-989C7FEE3AAA}"/>
            </a:ext>
          </a:extLst>
        </p:cNvPr>
        <p:cNvGrpSpPr/>
        <p:nvPr/>
      </p:nvGrpSpPr>
      <p:grpSpPr>
        <a:xfrm>
          <a:off x="0" y="0"/>
          <a:ext cx="0" cy="0"/>
          <a:chOff x="0" y="0"/>
          <a:chExt cx="0" cy="0"/>
        </a:xfrm>
      </p:grpSpPr>
    </p:spTree>
    <p:extLst>
      <p:ext uri="{BB962C8B-B14F-4D97-AF65-F5344CB8AC3E}">
        <p14:creationId xmlns:p14="http://schemas.microsoft.com/office/powerpoint/2010/main" val="1493121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4874E-77A2-992D-1221-616805043A6F}"/>
            </a:ext>
          </a:extLst>
        </p:cNvPr>
        <p:cNvGrpSpPr/>
        <p:nvPr/>
      </p:nvGrpSpPr>
      <p:grpSpPr>
        <a:xfrm>
          <a:off x="0" y="0"/>
          <a:ext cx="0" cy="0"/>
          <a:chOff x="0" y="0"/>
          <a:chExt cx="0" cy="0"/>
        </a:xfrm>
      </p:grpSpPr>
    </p:spTree>
    <p:extLst>
      <p:ext uri="{BB962C8B-B14F-4D97-AF65-F5344CB8AC3E}">
        <p14:creationId xmlns:p14="http://schemas.microsoft.com/office/powerpoint/2010/main" val="580821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0C00-326C-51A0-EA7A-01FAC53F08E3}"/>
            </a:ext>
          </a:extLst>
        </p:cNvPr>
        <p:cNvGrpSpPr/>
        <p:nvPr/>
      </p:nvGrpSpPr>
      <p:grpSpPr>
        <a:xfrm>
          <a:off x="0" y="0"/>
          <a:ext cx="0" cy="0"/>
          <a:chOff x="0" y="0"/>
          <a:chExt cx="0" cy="0"/>
        </a:xfrm>
      </p:grpSpPr>
    </p:spTree>
    <p:extLst>
      <p:ext uri="{BB962C8B-B14F-4D97-AF65-F5344CB8AC3E}">
        <p14:creationId xmlns:p14="http://schemas.microsoft.com/office/powerpoint/2010/main" val="749946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6F301-B47B-DD2B-F116-1AF37EAA3270}"/>
            </a:ext>
          </a:extLst>
        </p:cNvPr>
        <p:cNvGrpSpPr/>
        <p:nvPr/>
      </p:nvGrpSpPr>
      <p:grpSpPr>
        <a:xfrm>
          <a:off x="0" y="0"/>
          <a:ext cx="0" cy="0"/>
          <a:chOff x="0" y="0"/>
          <a:chExt cx="0" cy="0"/>
        </a:xfrm>
      </p:grpSpPr>
    </p:spTree>
    <p:extLst>
      <p:ext uri="{BB962C8B-B14F-4D97-AF65-F5344CB8AC3E}">
        <p14:creationId xmlns:p14="http://schemas.microsoft.com/office/powerpoint/2010/main" val="3617553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01BD-06C4-E98F-A0C9-A62B21241872}"/>
            </a:ext>
          </a:extLst>
        </p:cNvPr>
        <p:cNvGrpSpPr/>
        <p:nvPr/>
      </p:nvGrpSpPr>
      <p:grpSpPr>
        <a:xfrm>
          <a:off x="0" y="0"/>
          <a:ext cx="0" cy="0"/>
          <a:chOff x="0" y="0"/>
          <a:chExt cx="0" cy="0"/>
        </a:xfrm>
      </p:grpSpPr>
    </p:spTree>
    <p:extLst>
      <p:ext uri="{BB962C8B-B14F-4D97-AF65-F5344CB8AC3E}">
        <p14:creationId xmlns:p14="http://schemas.microsoft.com/office/powerpoint/2010/main" val="928608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A045E-DAD5-326C-8185-9923CEA8C729}"/>
            </a:ext>
          </a:extLst>
        </p:cNvPr>
        <p:cNvGrpSpPr/>
        <p:nvPr/>
      </p:nvGrpSpPr>
      <p:grpSpPr>
        <a:xfrm>
          <a:off x="0" y="0"/>
          <a:ext cx="0" cy="0"/>
          <a:chOff x="0" y="0"/>
          <a:chExt cx="0" cy="0"/>
        </a:xfrm>
      </p:grpSpPr>
    </p:spTree>
    <p:extLst>
      <p:ext uri="{BB962C8B-B14F-4D97-AF65-F5344CB8AC3E}">
        <p14:creationId xmlns:p14="http://schemas.microsoft.com/office/powerpoint/2010/main" val="1649836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E13A-895F-E8E5-2B7D-37E0B002CB8A}"/>
            </a:ext>
          </a:extLst>
        </p:cNvPr>
        <p:cNvGrpSpPr/>
        <p:nvPr/>
      </p:nvGrpSpPr>
      <p:grpSpPr>
        <a:xfrm>
          <a:off x="0" y="0"/>
          <a:ext cx="0" cy="0"/>
          <a:chOff x="0" y="0"/>
          <a:chExt cx="0" cy="0"/>
        </a:xfrm>
      </p:grpSpPr>
    </p:spTree>
    <p:extLst>
      <p:ext uri="{BB962C8B-B14F-4D97-AF65-F5344CB8AC3E}">
        <p14:creationId xmlns:p14="http://schemas.microsoft.com/office/powerpoint/2010/main" val="96702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F686C-E34E-421D-3C16-567C0ADD7157}"/>
            </a:ext>
          </a:extLst>
        </p:cNvPr>
        <p:cNvGrpSpPr/>
        <p:nvPr/>
      </p:nvGrpSpPr>
      <p:grpSpPr>
        <a:xfrm>
          <a:off x="0" y="0"/>
          <a:ext cx="0" cy="0"/>
          <a:chOff x="0" y="0"/>
          <a:chExt cx="0" cy="0"/>
        </a:xfrm>
      </p:grpSpPr>
    </p:spTree>
    <p:extLst>
      <p:ext uri="{BB962C8B-B14F-4D97-AF65-F5344CB8AC3E}">
        <p14:creationId xmlns:p14="http://schemas.microsoft.com/office/powerpoint/2010/main" val="1295211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F8C98-B57B-BCF7-F615-4EFED12CCD5B}"/>
            </a:ext>
          </a:extLst>
        </p:cNvPr>
        <p:cNvGrpSpPr/>
        <p:nvPr/>
      </p:nvGrpSpPr>
      <p:grpSpPr>
        <a:xfrm>
          <a:off x="0" y="0"/>
          <a:ext cx="0" cy="0"/>
          <a:chOff x="0" y="0"/>
          <a:chExt cx="0" cy="0"/>
        </a:xfrm>
      </p:grpSpPr>
    </p:spTree>
    <p:extLst>
      <p:ext uri="{BB962C8B-B14F-4D97-AF65-F5344CB8AC3E}">
        <p14:creationId xmlns:p14="http://schemas.microsoft.com/office/powerpoint/2010/main" val="87061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C146-3087-D406-B242-5E6076D2F84E}"/>
            </a:ext>
          </a:extLst>
        </p:cNvPr>
        <p:cNvGrpSpPr/>
        <p:nvPr/>
      </p:nvGrpSpPr>
      <p:grpSpPr>
        <a:xfrm>
          <a:off x="0" y="0"/>
          <a:ext cx="0" cy="0"/>
          <a:chOff x="0" y="0"/>
          <a:chExt cx="0" cy="0"/>
        </a:xfrm>
      </p:grpSpPr>
    </p:spTree>
    <p:extLst>
      <p:ext uri="{BB962C8B-B14F-4D97-AF65-F5344CB8AC3E}">
        <p14:creationId xmlns:p14="http://schemas.microsoft.com/office/powerpoint/2010/main" val="1494373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DD28-6FAB-79F1-4BC0-9F2BC444697C}"/>
            </a:ext>
          </a:extLst>
        </p:cNvPr>
        <p:cNvGrpSpPr/>
        <p:nvPr/>
      </p:nvGrpSpPr>
      <p:grpSpPr>
        <a:xfrm>
          <a:off x="0" y="0"/>
          <a:ext cx="0" cy="0"/>
          <a:chOff x="0" y="0"/>
          <a:chExt cx="0" cy="0"/>
        </a:xfrm>
      </p:grpSpPr>
    </p:spTree>
    <p:extLst>
      <p:ext uri="{BB962C8B-B14F-4D97-AF65-F5344CB8AC3E}">
        <p14:creationId xmlns:p14="http://schemas.microsoft.com/office/powerpoint/2010/main" val="1170411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82CEB-0CCA-209D-BED1-5AFCC0A4E9A7}"/>
            </a:ext>
          </a:extLst>
        </p:cNvPr>
        <p:cNvGrpSpPr/>
        <p:nvPr/>
      </p:nvGrpSpPr>
      <p:grpSpPr>
        <a:xfrm>
          <a:off x="0" y="0"/>
          <a:ext cx="0" cy="0"/>
          <a:chOff x="0" y="0"/>
          <a:chExt cx="0" cy="0"/>
        </a:xfrm>
      </p:grpSpPr>
    </p:spTree>
    <p:extLst>
      <p:ext uri="{BB962C8B-B14F-4D97-AF65-F5344CB8AC3E}">
        <p14:creationId xmlns:p14="http://schemas.microsoft.com/office/powerpoint/2010/main" val="1585516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73B2-094C-7533-D4C6-E12FFC41C563}"/>
            </a:ext>
          </a:extLst>
        </p:cNvPr>
        <p:cNvGrpSpPr/>
        <p:nvPr/>
      </p:nvGrpSpPr>
      <p:grpSpPr>
        <a:xfrm>
          <a:off x="0" y="0"/>
          <a:ext cx="0" cy="0"/>
          <a:chOff x="0" y="0"/>
          <a:chExt cx="0" cy="0"/>
        </a:xfrm>
      </p:grpSpPr>
    </p:spTree>
    <p:extLst>
      <p:ext uri="{BB962C8B-B14F-4D97-AF65-F5344CB8AC3E}">
        <p14:creationId xmlns:p14="http://schemas.microsoft.com/office/powerpoint/2010/main" val="966469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26FD3-901A-DBCA-6A11-16FA790F3C5D}"/>
            </a:ext>
          </a:extLst>
        </p:cNvPr>
        <p:cNvGrpSpPr/>
        <p:nvPr/>
      </p:nvGrpSpPr>
      <p:grpSpPr>
        <a:xfrm>
          <a:off x="0" y="0"/>
          <a:ext cx="0" cy="0"/>
          <a:chOff x="0" y="0"/>
          <a:chExt cx="0" cy="0"/>
        </a:xfrm>
      </p:grpSpPr>
    </p:spTree>
    <p:extLst>
      <p:ext uri="{BB962C8B-B14F-4D97-AF65-F5344CB8AC3E}">
        <p14:creationId xmlns:p14="http://schemas.microsoft.com/office/powerpoint/2010/main" val="1578959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5FDEA-9867-16C4-7700-5E73834F3A0E}"/>
            </a:ext>
          </a:extLst>
        </p:cNvPr>
        <p:cNvGrpSpPr/>
        <p:nvPr/>
      </p:nvGrpSpPr>
      <p:grpSpPr>
        <a:xfrm>
          <a:off x="0" y="0"/>
          <a:ext cx="0" cy="0"/>
          <a:chOff x="0" y="0"/>
          <a:chExt cx="0" cy="0"/>
        </a:xfrm>
      </p:grpSpPr>
    </p:spTree>
    <p:extLst>
      <p:ext uri="{BB962C8B-B14F-4D97-AF65-F5344CB8AC3E}">
        <p14:creationId xmlns:p14="http://schemas.microsoft.com/office/powerpoint/2010/main" val="1406398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6DD0C-DA9C-BAFA-8F21-3761491D8F72}"/>
            </a:ext>
          </a:extLst>
        </p:cNvPr>
        <p:cNvGrpSpPr/>
        <p:nvPr/>
      </p:nvGrpSpPr>
      <p:grpSpPr>
        <a:xfrm>
          <a:off x="0" y="0"/>
          <a:ext cx="0" cy="0"/>
          <a:chOff x="0" y="0"/>
          <a:chExt cx="0" cy="0"/>
        </a:xfrm>
      </p:grpSpPr>
    </p:spTree>
    <p:extLst>
      <p:ext uri="{BB962C8B-B14F-4D97-AF65-F5344CB8AC3E}">
        <p14:creationId xmlns:p14="http://schemas.microsoft.com/office/powerpoint/2010/main" val="600674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153A-2CA3-4C43-2D5F-2AC3562DCFCF}"/>
            </a:ext>
          </a:extLst>
        </p:cNvPr>
        <p:cNvGrpSpPr/>
        <p:nvPr/>
      </p:nvGrpSpPr>
      <p:grpSpPr>
        <a:xfrm>
          <a:off x="0" y="0"/>
          <a:ext cx="0" cy="0"/>
          <a:chOff x="0" y="0"/>
          <a:chExt cx="0" cy="0"/>
        </a:xfrm>
      </p:grpSpPr>
    </p:spTree>
    <p:extLst>
      <p:ext uri="{BB962C8B-B14F-4D97-AF65-F5344CB8AC3E}">
        <p14:creationId xmlns:p14="http://schemas.microsoft.com/office/powerpoint/2010/main" val="2439852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25952-CFA1-4948-6693-CE0AB318CDAD}"/>
            </a:ext>
          </a:extLst>
        </p:cNvPr>
        <p:cNvGrpSpPr/>
        <p:nvPr/>
      </p:nvGrpSpPr>
      <p:grpSpPr>
        <a:xfrm>
          <a:off x="0" y="0"/>
          <a:ext cx="0" cy="0"/>
          <a:chOff x="0" y="0"/>
          <a:chExt cx="0" cy="0"/>
        </a:xfrm>
      </p:grpSpPr>
    </p:spTree>
    <p:extLst>
      <p:ext uri="{BB962C8B-B14F-4D97-AF65-F5344CB8AC3E}">
        <p14:creationId xmlns:p14="http://schemas.microsoft.com/office/powerpoint/2010/main" val="2707424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0C19-EEAA-3E4B-8A76-CC3D69AF5B6C}"/>
            </a:ext>
          </a:extLst>
        </p:cNvPr>
        <p:cNvGrpSpPr/>
        <p:nvPr/>
      </p:nvGrpSpPr>
      <p:grpSpPr>
        <a:xfrm>
          <a:off x="0" y="0"/>
          <a:ext cx="0" cy="0"/>
          <a:chOff x="0" y="0"/>
          <a:chExt cx="0" cy="0"/>
        </a:xfrm>
      </p:grpSpPr>
    </p:spTree>
    <p:extLst>
      <p:ext uri="{BB962C8B-B14F-4D97-AF65-F5344CB8AC3E}">
        <p14:creationId xmlns:p14="http://schemas.microsoft.com/office/powerpoint/2010/main" val="4106504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EE7C6-0943-A9E6-34AA-237D7FB6FEF3}"/>
            </a:ext>
          </a:extLst>
        </p:cNvPr>
        <p:cNvGrpSpPr/>
        <p:nvPr/>
      </p:nvGrpSpPr>
      <p:grpSpPr>
        <a:xfrm>
          <a:off x="0" y="0"/>
          <a:ext cx="0" cy="0"/>
          <a:chOff x="0" y="0"/>
          <a:chExt cx="0" cy="0"/>
        </a:xfrm>
      </p:grpSpPr>
    </p:spTree>
    <p:extLst>
      <p:ext uri="{BB962C8B-B14F-4D97-AF65-F5344CB8AC3E}">
        <p14:creationId xmlns:p14="http://schemas.microsoft.com/office/powerpoint/2010/main" val="3392884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A8BD-E787-5C0A-98A5-5F89B50D2769}"/>
            </a:ext>
          </a:extLst>
        </p:cNvPr>
        <p:cNvGrpSpPr/>
        <p:nvPr/>
      </p:nvGrpSpPr>
      <p:grpSpPr>
        <a:xfrm>
          <a:off x="0" y="0"/>
          <a:ext cx="0" cy="0"/>
          <a:chOff x="0" y="0"/>
          <a:chExt cx="0" cy="0"/>
        </a:xfrm>
      </p:grpSpPr>
    </p:spTree>
    <p:extLst>
      <p:ext uri="{BB962C8B-B14F-4D97-AF65-F5344CB8AC3E}">
        <p14:creationId xmlns:p14="http://schemas.microsoft.com/office/powerpoint/2010/main" val="1158304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8047B-4FD0-727A-62C6-D61EB2BDCA3D}"/>
            </a:ext>
          </a:extLst>
        </p:cNvPr>
        <p:cNvGrpSpPr/>
        <p:nvPr/>
      </p:nvGrpSpPr>
      <p:grpSpPr>
        <a:xfrm>
          <a:off x="0" y="0"/>
          <a:ext cx="0" cy="0"/>
          <a:chOff x="0" y="0"/>
          <a:chExt cx="0" cy="0"/>
        </a:xfrm>
      </p:grpSpPr>
    </p:spTree>
    <p:extLst>
      <p:ext uri="{BB962C8B-B14F-4D97-AF65-F5344CB8AC3E}">
        <p14:creationId xmlns:p14="http://schemas.microsoft.com/office/powerpoint/2010/main" val="3755822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91E9A-4419-E954-5528-E1619A13C9F6}"/>
            </a:ext>
          </a:extLst>
        </p:cNvPr>
        <p:cNvGrpSpPr/>
        <p:nvPr/>
      </p:nvGrpSpPr>
      <p:grpSpPr>
        <a:xfrm>
          <a:off x="0" y="0"/>
          <a:ext cx="0" cy="0"/>
          <a:chOff x="0" y="0"/>
          <a:chExt cx="0" cy="0"/>
        </a:xfrm>
      </p:grpSpPr>
    </p:spTree>
    <p:extLst>
      <p:ext uri="{BB962C8B-B14F-4D97-AF65-F5344CB8AC3E}">
        <p14:creationId xmlns:p14="http://schemas.microsoft.com/office/powerpoint/2010/main" val="2948837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7FDC5-AE46-75BE-3639-3A46749612B9}"/>
            </a:ext>
          </a:extLst>
        </p:cNvPr>
        <p:cNvGrpSpPr/>
        <p:nvPr/>
      </p:nvGrpSpPr>
      <p:grpSpPr>
        <a:xfrm>
          <a:off x="0" y="0"/>
          <a:ext cx="0" cy="0"/>
          <a:chOff x="0" y="0"/>
          <a:chExt cx="0" cy="0"/>
        </a:xfrm>
      </p:grpSpPr>
    </p:spTree>
    <p:extLst>
      <p:ext uri="{BB962C8B-B14F-4D97-AF65-F5344CB8AC3E}">
        <p14:creationId xmlns:p14="http://schemas.microsoft.com/office/powerpoint/2010/main" val="2104724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91C0-985F-AE72-3A80-50963049A7F9}"/>
            </a:ext>
          </a:extLst>
        </p:cNvPr>
        <p:cNvGrpSpPr/>
        <p:nvPr/>
      </p:nvGrpSpPr>
      <p:grpSpPr>
        <a:xfrm>
          <a:off x="0" y="0"/>
          <a:ext cx="0" cy="0"/>
          <a:chOff x="0" y="0"/>
          <a:chExt cx="0" cy="0"/>
        </a:xfrm>
      </p:grpSpPr>
    </p:spTree>
    <p:extLst>
      <p:ext uri="{BB962C8B-B14F-4D97-AF65-F5344CB8AC3E}">
        <p14:creationId xmlns:p14="http://schemas.microsoft.com/office/powerpoint/2010/main" val="2595483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E4D4E-4EFF-5993-5B11-40AD201A8264}"/>
            </a:ext>
          </a:extLst>
        </p:cNvPr>
        <p:cNvGrpSpPr/>
        <p:nvPr/>
      </p:nvGrpSpPr>
      <p:grpSpPr>
        <a:xfrm>
          <a:off x="0" y="0"/>
          <a:ext cx="0" cy="0"/>
          <a:chOff x="0" y="0"/>
          <a:chExt cx="0" cy="0"/>
        </a:xfrm>
      </p:grpSpPr>
    </p:spTree>
    <p:extLst>
      <p:ext uri="{BB962C8B-B14F-4D97-AF65-F5344CB8AC3E}">
        <p14:creationId xmlns:p14="http://schemas.microsoft.com/office/powerpoint/2010/main" val="3636212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1E8A7-540B-3F20-E3D6-1927B436186B}"/>
            </a:ext>
          </a:extLst>
        </p:cNvPr>
        <p:cNvGrpSpPr/>
        <p:nvPr/>
      </p:nvGrpSpPr>
      <p:grpSpPr>
        <a:xfrm>
          <a:off x="0" y="0"/>
          <a:ext cx="0" cy="0"/>
          <a:chOff x="0" y="0"/>
          <a:chExt cx="0" cy="0"/>
        </a:xfrm>
      </p:grpSpPr>
    </p:spTree>
    <p:extLst>
      <p:ext uri="{BB962C8B-B14F-4D97-AF65-F5344CB8AC3E}">
        <p14:creationId xmlns:p14="http://schemas.microsoft.com/office/powerpoint/2010/main" val="1605272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CB298-5977-FCCD-F277-C365EE7097CA}"/>
            </a:ext>
          </a:extLst>
        </p:cNvPr>
        <p:cNvGrpSpPr/>
        <p:nvPr/>
      </p:nvGrpSpPr>
      <p:grpSpPr>
        <a:xfrm>
          <a:off x="0" y="0"/>
          <a:ext cx="0" cy="0"/>
          <a:chOff x="0" y="0"/>
          <a:chExt cx="0" cy="0"/>
        </a:xfrm>
      </p:grpSpPr>
    </p:spTree>
    <p:extLst>
      <p:ext uri="{BB962C8B-B14F-4D97-AF65-F5344CB8AC3E}">
        <p14:creationId xmlns:p14="http://schemas.microsoft.com/office/powerpoint/2010/main" val="3599461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1FA0-C02D-9127-6CF8-5ABE047E474D}"/>
            </a:ext>
          </a:extLst>
        </p:cNvPr>
        <p:cNvGrpSpPr/>
        <p:nvPr/>
      </p:nvGrpSpPr>
      <p:grpSpPr>
        <a:xfrm>
          <a:off x="0" y="0"/>
          <a:ext cx="0" cy="0"/>
          <a:chOff x="0" y="0"/>
          <a:chExt cx="0" cy="0"/>
        </a:xfrm>
      </p:grpSpPr>
    </p:spTree>
    <p:extLst>
      <p:ext uri="{BB962C8B-B14F-4D97-AF65-F5344CB8AC3E}">
        <p14:creationId xmlns:p14="http://schemas.microsoft.com/office/powerpoint/2010/main" val="498867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F327-C6FC-5164-838A-6ECB0D0DE48E}"/>
            </a:ext>
          </a:extLst>
        </p:cNvPr>
        <p:cNvGrpSpPr/>
        <p:nvPr/>
      </p:nvGrpSpPr>
      <p:grpSpPr>
        <a:xfrm>
          <a:off x="0" y="0"/>
          <a:ext cx="0" cy="0"/>
          <a:chOff x="0" y="0"/>
          <a:chExt cx="0" cy="0"/>
        </a:xfrm>
      </p:grpSpPr>
    </p:spTree>
    <p:extLst>
      <p:ext uri="{BB962C8B-B14F-4D97-AF65-F5344CB8AC3E}">
        <p14:creationId xmlns:p14="http://schemas.microsoft.com/office/powerpoint/2010/main" val="3150314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6FAA8-62A8-77B9-E4EF-A61E4B9A5784}"/>
            </a:ext>
          </a:extLst>
        </p:cNvPr>
        <p:cNvGrpSpPr/>
        <p:nvPr/>
      </p:nvGrpSpPr>
      <p:grpSpPr>
        <a:xfrm>
          <a:off x="0" y="0"/>
          <a:ext cx="0" cy="0"/>
          <a:chOff x="0" y="0"/>
          <a:chExt cx="0" cy="0"/>
        </a:xfrm>
      </p:grpSpPr>
    </p:spTree>
    <p:extLst>
      <p:ext uri="{BB962C8B-B14F-4D97-AF65-F5344CB8AC3E}">
        <p14:creationId xmlns:p14="http://schemas.microsoft.com/office/powerpoint/2010/main" val="1920765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7B9CF-D578-6639-05D9-94C7B75D2528}"/>
            </a:ext>
          </a:extLst>
        </p:cNvPr>
        <p:cNvGrpSpPr/>
        <p:nvPr/>
      </p:nvGrpSpPr>
      <p:grpSpPr>
        <a:xfrm>
          <a:off x="0" y="0"/>
          <a:ext cx="0" cy="0"/>
          <a:chOff x="0" y="0"/>
          <a:chExt cx="0" cy="0"/>
        </a:xfrm>
      </p:grpSpPr>
    </p:spTree>
    <p:extLst>
      <p:ext uri="{BB962C8B-B14F-4D97-AF65-F5344CB8AC3E}">
        <p14:creationId xmlns:p14="http://schemas.microsoft.com/office/powerpoint/2010/main" val="32454822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E939-A5B6-5E26-1DAB-9C4EE7A2FB50}"/>
            </a:ext>
          </a:extLst>
        </p:cNvPr>
        <p:cNvGrpSpPr/>
        <p:nvPr/>
      </p:nvGrpSpPr>
      <p:grpSpPr>
        <a:xfrm>
          <a:off x="0" y="0"/>
          <a:ext cx="0" cy="0"/>
          <a:chOff x="0" y="0"/>
          <a:chExt cx="0" cy="0"/>
        </a:xfrm>
      </p:grpSpPr>
    </p:spTree>
    <p:extLst>
      <p:ext uri="{BB962C8B-B14F-4D97-AF65-F5344CB8AC3E}">
        <p14:creationId xmlns:p14="http://schemas.microsoft.com/office/powerpoint/2010/main" val="26542553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95E9-35F1-2086-9501-B4B528A7216F}"/>
            </a:ext>
          </a:extLst>
        </p:cNvPr>
        <p:cNvGrpSpPr/>
        <p:nvPr/>
      </p:nvGrpSpPr>
      <p:grpSpPr>
        <a:xfrm>
          <a:off x="0" y="0"/>
          <a:ext cx="0" cy="0"/>
          <a:chOff x="0" y="0"/>
          <a:chExt cx="0" cy="0"/>
        </a:xfrm>
      </p:grpSpPr>
    </p:spTree>
    <p:extLst>
      <p:ext uri="{BB962C8B-B14F-4D97-AF65-F5344CB8AC3E}">
        <p14:creationId xmlns:p14="http://schemas.microsoft.com/office/powerpoint/2010/main" val="14752758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D0AD-4B13-81E7-AABE-3E24D30C6915}"/>
            </a:ext>
          </a:extLst>
        </p:cNvPr>
        <p:cNvGrpSpPr/>
        <p:nvPr/>
      </p:nvGrpSpPr>
      <p:grpSpPr>
        <a:xfrm>
          <a:off x="0" y="0"/>
          <a:ext cx="0" cy="0"/>
          <a:chOff x="0" y="0"/>
          <a:chExt cx="0" cy="0"/>
        </a:xfrm>
      </p:grpSpPr>
    </p:spTree>
    <p:extLst>
      <p:ext uri="{BB962C8B-B14F-4D97-AF65-F5344CB8AC3E}">
        <p14:creationId xmlns:p14="http://schemas.microsoft.com/office/powerpoint/2010/main" val="1440504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D04F-B22F-8973-A16A-C4E4A99DAB56}"/>
            </a:ext>
          </a:extLst>
        </p:cNvPr>
        <p:cNvGrpSpPr/>
        <p:nvPr/>
      </p:nvGrpSpPr>
      <p:grpSpPr>
        <a:xfrm>
          <a:off x="0" y="0"/>
          <a:ext cx="0" cy="0"/>
          <a:chOff x="0" y="0"/>
          <a:chExt cx="0" cy="0"/>
        </a:xfrm>
      </p:grpSpPr>
    </p:spTree>
    <p:extLst>
      <p:ext uri="{BB962C8B-B14F-4D97-AF65-F5344CB8AC3E}">
        <p14:creationId xmlns:p14="http://schemas.microsoft.com/office/powerpoint/2010/main" val="36041297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5E56-CEDC-8135-E662-296974D06D85}"/>
            </a:ext>
          </a:extLst>
        </p:cNvPr>
        <p:cNvGrpSpPr/>
        <p:nvPr/>
      </p:nvGrpSpPr>
      <p:grpSpPr>
        <a:xfrm>
          <a:off x="0" y="0"/>
          <a:ext cx="0" cy="0"/>
          <a:chOff x="0" y="0"/>
          <a:chExt cx="0" cy="0"/>
        </a:xfrm>
      </p:grpSpPr>
    </p:spTree>
    <p:extLst>
      <p:ext uri="{BB962C8B-B14F-4D97-AF65-F5344CB8AC3E}">
        <p14:creationId xmlns:p14="http://schemas.microsoft.com/office/powerpoint/2010/main" val="3263268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DCE02-3815-40DB-B6E3-8226311F8140}"/>
            </a:ext>
          </a:extLst>
        </p:cNvPr>
        <p:cNvGrpSpPr/>
        <p:nvPr/>
      </p:nvGrpSpPr>
      <p:grpSpPr>
        <a:xfrm>
          <a:off x="0" y="0"/>
          <a:ext cx="0" cy="0"/>
          <a:chOff x="0" y="0"/>
          <a:chExt cx="0" cy="0"/>
        </a:xfrm>
      </p:grpSpPr>
    </p:spTree>
    <p:extLst>
      <p:ext uri="{BB962C8B-B14F-4D97-AF65-F5344CB8AC3E}">
        <p14:creationId xmlns:p14="http://schemas.microsoft.com/office/powerpoint/2010/main" val="3210850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958D-932F-A694-DE78-BBE9CA6803D2}"/>
            </a:ext>
          </a:extLst>
        </p:cNvPr>
        <p:cNvGrpSpPr/>
        <p:nvPr/>
      </p:nvGrpSpPr>
      <p:grpSpPr>
        <a:xfrm>
          <a:off x="0" y="0"/>
          <a:ext cx="0" cy="0"/>
          <a:chOff x="0" y="0"/>
          <a:chExt cx="0" cy="0"/>
        </a:xfrm>
      </p:grpSpPr>
    </p:spTree>
    <p:extLst>
      <p:ext uri="{BB962C8B-B14F-4D97-AF65-F5344CB8AC3E}">
        <p14:creationId xmlns:p14="http://schemas.microsoft.com/office/powerpoint/2010/main" val="2098578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3744-766D-7B72-FEAB-4165A6946FD6}"/>
            </a:ext>
          </a:extLst>
        </p:cNvPr>
        <p:cNvGrpSpPr/>
        <p:nvPr/>
      </p:nvGrpSpPr>
      <p:grpSpPr>
        <a:xfrm>
          <a:off x="0" y="0"/>
          <a:ext cx="0" cy="0"/>
          <a:chOff x="0" y="0"/>
          <a:chExt cx="0" cy="0"/>
        </a:xfrm>
      </p:grpSpPr>
    </p:spTree>
    <p:extLst>
      <p:ext uri="{BB962C8B-B14F-4D97-AF65-F5344CB8AC3E}">
        <p14:creationId xmlns:p14="http://schemas.microsoft.com/office/powerpoint/2010/main" val="14108406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8CC1D-9DCB-1941-3057-9B1FC261C29A}"/>
            </a:ext>
          </a:extLst>
        </p:cNvPr>
        <p:cNvGrpSpPr/>
        <p:nvPr/>
      </p:nvGrpSpPr>
      <p:grpSpPr>
        <a:xfrm>
          <a:off x="0" y="0"/>
          <a:ext cx="0" cy="0"/>
          <a:chOff x="0" y="0"/>
          <a:chExt cx="0" cy="0"/>
        </a:xfrm>
      </p:grpSpPr>
    </p:spTree>
    <p:extLst>
      <p:ext uri="{BB962C8B-B14F-4D97-AF65-F5344CB8AC3E}">
        <p14:creationId xmlns:p14="http://schemas.microsoft.com/office/powerpoint/2010/main" val="59322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78EA4-7ECC-5FC9-96EC-3BF2E48449E1}"/>
            </a:ext>
          </a:extLst>
        </p:cNvPr>
        <p:cNvGrpSpPr/>
        <p:nvPr/>
      </p:nvGrpSpPr>
      <p:grpSpPr>
        <a:xfrm>
          <a:off x="0" y="0"/>
          <a:ext cx="0" cy="0"/>
          <a:chOff x="0" y="0"/>
          <a:chExt cx="0" cy="0"/>
        </a:xfrm>
      </p:grpSpPr>
    </p:spTree>
    <p:extLst>
      <p:ext uri="{BB962C8B-B14F-4D97-AF65-F5344CB8AC3E}">
        <p14:creationId xmlns:p14="http://schemas.microsoft.com/office/powerpoint/2010/main" val="2631708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B9CF5-D42F-329B-9038-FBB0F8D6CB19}"/>
            </a:ext>
          </a:extLst>
        </p:cNvPr>
        <p:cNvGrpSpPr/>
        <p:nvPr/>
      </p:nvGrpSpPr>
      <p:grpSpPr>
        <a:xfrm>
          <a:off x="0" y="0"/>
          <a:ext cx="0" cy="0"/>
          <a:chOff x="0" y="0"/>
          <a:chExt cx="0" cy="0"/>
        </a:xfrm>
      </p:grpSpPr>
    </p:spTree>
    <p:extLst>
      <p:ext uri="{BB962C8B-B14F-4D97-AF65-F5344CB8AC3E}">
        <p14:creationId xmlns:p14="http://schemas.microsoft.com/office/powerpoint/2010/main" val="3928765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5065D-BBE0-B169-FCDD-07EA9BDBC762}"/>
            </a:ext>
          </a:extLst>
        </p:cNvPr>
        <p:cNvGrpSpPr/>
        <p:nvPr/>
      </p:nvGrpSpPr>
      <p:grpSpPr>
        <a:xfrm>
          <a:off x="0" y="0"/>
          <a:ext cx="0" cy="0"/>
          <a:chOff x="0" y="0"/>
          <a:chExt cx="0" cy="0"/>
        </a:xfrm>
      </p:grpSpPr>
    </p:spTree>
    <p:extLst>
      <p:ext uri="{BB962C8B-B14F-4D97-AF65-F5344CB8AC3E}">
        <p14:creationId xmlns:p14="http://schemas.microsoft.com/office/powerpoint/2010/main" val="32395285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8B0AE-14C6-728D-252B-648D8EE91B95}"/>
            </a:ext>
          </a:extLst>
        </p:cNvPr>
        <p:cNvGrpSpPr/>
        <p:nvPr/>
      </p:nvGrpSpPr>
      <p:grpSpPr>
        <a:xfrm>
          <a:off x="0" y="0"/>
          <a:ext cx="0" cy="0"/>
          <a:chOff x="0" y="0"/>
          <a:chExt cx="0" cy="0"/>
        </a:xfrm>
      </p:grpSpPr>
    </p:spTree>
    <p:extLst>
      <p:ext uri="{BB962C8B-B14F-4D97-AF65-F5344CB8AC3E}">
        <p14:creationId xmlns:p14="http://schemas.microsoft.com/office/powerpoint/2010/main" val="5284035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E0FD2-FCFE-5AA1-BC47-7A96427E890C}"/>
            </a:ext>
          </a:extLst>
        </p:cNvPr>
        <p:cNvGrpSpPr/>
        <p:nvPr/>
      </p:nvGrpSpPr>
      <p:grpSpPr>
        <a:xfrm>
          <a:off x="0" y="0"/>
          <a:ext cx="0" cy="0"/>
          <a:chOff x="0" y="0"/>
          <a:chExt cx="0" cy="0"/>
        </a:xfrm>
      </p:grpSpPr>
    </p:spTree>
    <p:extLst>
      <p:ext uri="{BB962C8B-B14F-4D97-AF65-F5344CB8AC3E}">
        <p14:creationId xmlns:p14="http://schemas.microsoft.com/office/powerpoint/2010/main" val="8548443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8803F-CC5E-4DFB-A1AE-89F7D3A79CF3}"/>
            </a:ext>
          </a:extLst>
        </p:cNvPr>
        <p:cNvGrpSpPr/>
        <p:nvPr/>
      </p:nvGrpSpPr>
      <p:grpSpPr>
        <a:xfrm>
          <a:off x="0" y="0"/>
          <a:ext cx="0" cy="0"/>
          <a:chOff x="0" y="0"/>
          <a:chExt cx="0" cy="0"/>
        </a:xfrm>
      </p:grpSpPr>
    </p:spTree>
    <p:extLst>
      <p:ext uri="{BB962C8B-B14F-4D97-AF65-F5344CB8AC3E}">
        <p14:creationId xmlns:p14="http://schemas.microsoft.com/office/powerpoint/2010/main" val="4139145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C8C3-9FE9-0772-728C-A88B8C1508F8}"/>
            </a:ext>
          </a:extLst>
        </p:cNvPr>
        <p:cNvGrpSpPr/>
        <p:nvPr/>
      </p:nvGrpSpPr>
      <p:grpSpPr>
        <a:xfrm>
          <a:off x="0" y="0"/>
          <a:ext cx="0" cy="0"/>
          <a:chOff x="0" y="0"/>
          <a:chExt cx="0" cy="0"/>
        </a:xfrm>
      </p:grpSpPr>
    </p:spTree>
    <p:extLst>
      <p:ext uri="{BB962C8B-B14F-4D97-AF65-F5344CB8AC3E}">
        <p14:creationId xmlns:p14="http://schemas.microsoft.com/office/powerpoint/2010/main" val="5377149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9721B-C687-576C-FB7E-53E4EA544718}"/>
            </a:ext>
          </a:extLst>
        </p:cNvPr>
        <p:cNvGrpSpPr/>
        <p:nvPr/>
      </p:nvGrpSpPr>
      <p:grpSpPr>
        <a:xfrm>
          <a:off x="0" y="0"/>
          <a:ext cx="0" cy="0"/>
          <a:chOff x="0" y="0"/>
          <a:chExt cx="0" cy="0"/>
        </a:xfrm>
      </p:grpSpPr>
    </p:spTree>
    <p:extLst>
      <p:ext uri="{BB962C8B-B14F-4D97-AF65-F5344CB8AC3E}">
        <p14:creationId xmlns:p14="http://schemas.microsoft.com/office/powerpoint/2010/main" val="15380335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79501-C655-68FF-7E4B-6ABC40F4A01C}"/>
            </a:ext>
          </a:extLst>
        </p:cNvPr>
        <p:cNvGrpSpPr/>
        <p:nvPr/>
      </p:nvGrpSpPr>
      <p:grpSpPr>
        <a:xfrm>
          <a:off x="0" y="0"/>
          <a:ext cx="0" cy="0"/>
          <a:chOff x="0" y="0"/>
          <a:chExt cx="0" cy="0"/>
        </a:xfrm>
      </p:grpSpPr>
    </p:spTree>
    <p:extLst>
      <p:ext uri="{BB962C8B-B14F-4D97-AF65-F5344CB8AC3E}">
        <p14:creationId xmlns:p14="http://schemas.microsoft.com/office/powerpoint/2010/main" val="773722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2A781-AE84-D5BE-DD5D-76750D1C359E}"/>
            </a:ext>
          </a:extLst>
        </p:cNvPr>
        <p:cNvGrpSpPr/>
        <p:nvPr/>
      </p:nvGrpSpPr>
      <p:grpSpPr>
        <a:xfrm>
          <a:off x="0" y="0"/>
          <a:ext cx="0" cy="0"/>
          <a:chOff x="0" y="0"/>
          <a:chExt cx="0" cy="0"/>
        </a:xfrm>
      </p:grpSpPr>
    </p:spTree>
    <p:extLst>
      <p:ext uri="{BB962C8B-B14F-4D97-AF65-F5344CB8AC3E}">
        <p14:creationId xmlns:p14="http://schemas.microsoft.com/office/powerpoint/2010/main" val="12027744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5B683-939E-65EE-4F5A-36AE98490AE4}"/>
            </a:ext>
          </a:extLst>
        </p:cNvPr>
        <p:cNvGrpSpPr/>
        <p:nvPr/>
      </p:nvGrpSpPr>
      <p:grpSpPr>
        <a:xfrm>
          <a:off x="0" y="0"/>
          <a:ext cx="0" cy="0"/>
          <a:chOff x="0" y="0"/>
          <a:chExt cx="0" cy="0"/>
        </a:xfrm>
      </p:grpSpPr>
    </p:spTree>
    <p:extLst>
      <p:ext uri="{BB962C8B-B14F-4D97-AF65-F5344CB8AC3E}">
        <p14:creationId xmlns:p14="http://schemas.microsoft.com/office/powerpoint/2010/main" val="21335592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05807-F1AC-4DC2-C788-08A4046C9C2F}"/>
            </a:ext>
          </a:extLst>
        </p:cNvPr>
        <p:cNvGrpSpPr/>
        <p:nvPr/>
      </p:nvGrpSpPr>
      <p:grpSpPr>
        <a:xfrm>
          <a:off x="0" y="0"/>
          <a:ext cx="0" cy="0"/>
          <a:chOff x="0" y="0"/>
          <a:chExt cx="0" cy="0"/>
        </a:xfrm>
      </p:grpSpPr>
    </p:spTree>
    <p:extLst>
      <p:ext uri="{BB962C8B-B14F-4D97-AF65-F5344CB8AC3E}">
        <p14:creationId xmlns:p14="http://schemas.microsoft.com/office/powerpoint/2010/main" val="17886621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E162E-0560-B7B5-4F39-E1CD57AC5916}"/>
            </a:ext>
          </a:extLst>
        </p:cNvPr>
        <p:cNvGrpSpPr/>
        <p:nvPr/>
      </p:nvGrpSpPr>
      <p:grpSpPr>
        <a:xfrm>
          <a:off x="0" y="0"/>
          <a:ext cx="0" cy="0"/>
          <a:chOff x="0" y="0"/>
          <a:chExt cx="0" cy="0"/>
        </a:xfrm>
      </p:grpSpPr>
    </p:spTree>
    <p:extLst>
      <p:ext uri="{BB962C8B-B14F-4D97-AF65-F5344CB8AC3E}">
        <p14:creationId xmlns:p14="http://schemas.microsoft.com/office/powerpoint/2010/main" val="22406538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67E3-0F30-0329-F713-C5287A5F4571}"/>
            </a:ext>
          </a:extLst>
        </p:cNvPr>
        <p:cNvGrpSpPr/>
        <p:nvPr/>
      </p:nvGrpSpPr>
      <p:grpSpPr>
        <a:xfrm>
          <a:off x="0" y="0"/>
          <a:ext cx="0" cy="0"/>
          <a:chOff x="0" y="0"/>
          <a:chExt cx="0" cy="0"/>
        </a:xfrm>
      </p:grpSpPr>
    </p:spTree>
    <p:extLst>
      <p:ext uri="{BB962C8B-B14F-4D97-AF65-F5344CB8AC3E}">
        <p14:creationId xmlns:p14="http://schemas.microsoft.com/office/powerpoint/2010/main" val="8557493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02EE-A39E-B82D-33B5-C7E6EA04BDF8}"/>
            </a:ext>
          </a:extLst>
        </p:cNvPr>
        <p:cNvGrpSpPr/>
        <p:nvPr/>
      </p:nvGrpSpPr>
      <p:grpSpPr>
        <a:xfrm>
          <a:off x="0" y="0"/>
          <a:ext cx="0" cy="0"/>
          <a:chOff x="0" y="0"/>
          <a:chExt cx="0" cy="0"/>
        </a:xfrm>
      </p:grpSpPr>
    </p:spTree>
    <p:extLst>
      <p:ext uri="{BB962C8B-B14F-4D97-AF65-F5344CB8AC3E}">
        <p14:creationId xmlns:p14="http://schemas.microsoft.com/office/powerpoint/2010/main" val="24427716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97AE-FC42-286D-06C3-979831A639ED}"/>
            </a:ext>
          </a:extLst>
        </p:cNvPr>
        <p:cNvGrpSpPr/>
        <p:nvPr/>
      </p:nvGrpSpPr>
      <p:grpSpPr>
        <a:xfrm>
          <a:off x="0" y="0"/>
          <a:ext cx="0" cy="0"/>
          <a:chOff x="0" y="0"/>
          <a:chExt cx="0" cy="0"/>
        </a:xfrm>
      </p:grpSpPr>
    </p:spTree>
    <p:extLst>
      <p:ext uri="{BB962C8B-B14F-4D97-AF65-F5344CB8AC3E}">
        <p14:creationId xmlns:p14="http://schemas.microsoft.com/office/powerpoint/2010/main" val="27170203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2273-59DF-2E19-6BA7-E56D54E45C92}"/>
            </a:ext>
          </a:extLst>
        </p:cNvPr>
        <p:cNvGrpSpPr/>
        <p:nvPr/>
      </p:nvGrpSpPr>
      <p:grpSpPr>
        <a:xfrm>
          <a:off x="0" y="0"/>
          <a:ext cx="0" cy="0"/>
          <a:chOff x="0" y="0"/>
          <a:chExt cx="0" cy="0"/>
        </a:xfrm>
      </p:grpSpPr>
    </p:spTree>
    <p:extLst>
      <p:ext uri="{BB962C8B-B14F-4D97-AF65-F5344CB8AC3E}">
        <p14:creationId xmlns:p14="http://schemas.microsoft.com/office/powerpoint/2010/main" val="5159409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7B7B6-838B-3697-0354-0E85F3E28E98}"/>
            </a:ext>
          </a:extLst>
        </p:cNvPr>
        <p:cNvGrpSpPr/>
        <p:nvPr/>
      </p:nvGrpSpPr>
      <p:grpSpPr>
        <a:xfrm>
          <a:off x="0" y="0"/>
          <a:ext cx="0" cy="0"/>
          <a:chOff x="0" y="0"/>
          <a:chExt cx="0" cy="0"/>
        </a:xfrm>
      </p:grpSpPr>
    </p:spTree>
    <p:extLst>
      <p:ext uri="{BB962C8B-B14F-4D97-AF65-F5344CB8AC3E}">
        <p14:creationId xmlns:p14="http://schemas.microsoft.com/office/powerpoint/2010/main" val="2991671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99E70-2420-7E1D-F5D5-84A5BE743942}"/>
            </a:ext>
          </a:extLst>
        </p:cNvPr>
        <p:cNvGrpSpPr/>
        <p:nvPr/>
      </p:nvGrpSpPr>
      <p:grpSpPr>
        <a:xfrm>
          <a:off x="0" y="0"/>
          <a:ext cx="0" cy="0"/>
          <a:chOff x="0" y="0"/>
          <a:chExt cx="0" cy="0"/>
        </a:xfrm>
      </p:grpSpPr>
    </p:spTree>
    <p:extLst>
      <p:ext uri="{BB962C8B-B14F-4D97-AF65-F5344CB8AC3E}">
        <p14:creationId xmlns:p14="http://schemas.microsoft.com/office/powerpoint/2010/main" val="21897279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4F5C-4D4A-384F-7328-121FCCD68B14}"/>
            </a:ext>
          </a:extLst>
        </p:cNvPr>
        <p:cNvGrpSpPr/>
        <p:nvPr/>
      </p:nvGrpSpPr>
      <p:grpSpPr>
        <a:xfrm>
          <a:off x="0" y="0"/>
          <a:ext cx="0" cy="0"/>
          <a:chOff x="0" y="0"/>
          <a:chExt cx="0" cy="0"/>
        </a:xfrm>
      </p:grpSpPr>
    </p:spTree>
    <p:extLst>
      <p:ext uri="{BB962C8B-B14F-4D97-AF65-F5344CB8AC3E}">
        <p14:creationId xmlns:p14="http://schemas.microsoft.com/office/powerpoint/2010/main" val="20851983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7E2B-4B3B-E629-2225-1E675AE5BD3E}"/>
            </a:ext>
          </a:extLst>
        </p:cNvPr>
        <p:cNvGrpSpPr/>
        <p:nvPr/>
      </p:nvGrpSpPr>
      <p:grpSpPr>
        <a:xfrm>
          <a:off x="0" y="0"/>
          <a:ext cx="0" cy="0"/>
          <a:chOff x="0" y="0"/>
          <a:chExt cx="0" cy="0"/>
        </a:xfrm>
      </p:grpSpPr>
    </p:spTree>
    <p:extLst>
      <p:ext uri="{BB962C8B-B14F-4D97-AF65-F5344CB8AC3E}">
        <p14:creationId xmlns:p14="http://schemas.microsoft.com/office/powerpoint/2010/main" val="26554904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EDF3D-4AB8-8AFF-84D8-8916531BE27A}"/>
            </a:ext>
          </a:extLst>
        </p:cNvPr>
        <p:cNvGrpSpPr/>
        <p:nvPr/>
      </p:nvGrpSpPr>
      <p:grpSpPr>
        <a:xfrm>
          <a:off x="0" y="0"/>
          <a:ext cx="0" cy="0"/>
          <a:chOff x="0" y="0"/>
          <a:chExt cx="0" cy="0"/>
        </a:xfrm>
      </p:grpSpPr>
    </p:spTree>
    <p:extLst>
      <p:ext uri="{BB962C8B-B14F-4D97-AF65-F5344CB8AC3E}">
        <p14:creationId xmlns:p14="http://schemas.microsoft.com/office/powerpoint/2010/main" val="29929826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B44C-919F-557B-DB08-191AC9FFA309}"/>
            </a:ext>
          </a:extLst>
        </p:cNvPr>
        <p:cNvGrpSpPr/>
        <p:nvPr/>
      </p:nvGrpSpPr>
      <p:grpSpPr>
        <a:xfrm>
          <a:off x="0" y="0"/>
          <a:ext cx="0" cy="0"/>
          <a:chOff x="0" y="0"/>
          <a:chExt cx="0" cy="0"/>
        </a:xfrm>
      </p:grpSpPr>
    </p:spTree>
    <p:extLst>
      <p:ext uri="{BB962C8B-B14F-4D97-AF65-F5344CB8AC3E}">
        <p14:creationId xmlns:p14="http://schemas.microsoft.com/office/powerpoint/2010/main" val="27584269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34AF-BE51-D5A7-CDE8-75ED57D30FF1}"/>
            </a:ext>
          </a:extLst>
        </p:cNvPr>
        <p:cNvGrpSpPr/>
        <p:nvPr/>
      </p:nvGrpSpPr>
      <p:grpSpPr>
        <a:xfrm>
          <a:off x="0" y="0"/>
          <a:ext cx="0" cy="0"/>
          <a:chOff x="0" y="0"/>
          <a:chExt cx="0" cy="0"/>
        </a:xfrm>
      </p:grpSpPr>
    </p:spTree>
    <p:extLst>
      <p:ext uri="{BB962C8B-B14F-4D97-AF65-F5344CB8AC3E}">
        <p14:creationId xmlns:p14="http://schemas.microsoft.com/office/powerpoint/2010/main" val="33569047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2D34C-3D8F-6C88-097C-1EF52F754ACE}"/>
            </a:ext>
          </a:extLst>
        </p:cNvPr>
        <p:cNvGrpSpPr/>
        <p:nvPr/>
      </p:nvGrpSpPr>
      <p:grpSpPr>
        <a:xfrm>
          <a:off x="0" y="0"/>
          <a:ext cx="0" cy="0"/>
          <a:chOff x="0" y="0"/>
          <a:chExt cx="0" cy="0"/>
        </a:xfrm>
      </p:grpSpPr>
    </p:spTree>
    <p:extLst>
      <p:ext uri="{BB962C8B-B14F-4D97-AF65-F5344CB8AC3E}">
        <p14:creationId xmlns:p14="http://schemas.microsoft.com/office/powerpoint/2010/main" val="1930632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F6F85-BA87-0946-932B-50D75359E409}"/>
            </a:ext>
          </a:extLst>
        </p:cNvPr>
        <p:cNvGrpSpPr/>
        <p:nvPr/>
      </p:nvGrpSpPr>
      <p:grpSpPr>
        <a:xfrm>
          <a:off x="0" y="0"/>
          <a:ext cx="0" cy="0"/>
          <a:chOff x="0" y="0"/>
          <a:chExt cx="0" cy="0"/>
        </a:xfrm>
      </p:grpSpPr>
    </p:spTree>
    <p:extLst>
      <p:ext uri="{BB962C8B-B14F-4D97-AF65-F5344CB8AC3E}">
        <p14:creationId xmlns:p14="http://schemas.microsoft.com/office/powerpoint/2010/main" val="37139886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5FDD-FD2D-0A45-2B1D-E8B1EE2CC694}"/>
            </a:ext>
          </a:extLst>
        </p:cNvPr>
        <p:cNvGrpSpPr/>
        <p:nvPr/>
      </p:nvGrpSpPr>
      <p:grpSpPr>
        <a:xfrm>
          <a:off x="0" y="0"/>
          <a:ext cx="0" cy="0"/>
          <a:chOff x="0" y="0"/>
          <a:chExt cx="0" cy="0"/>
        </a:xfrm>
      </p:grpSpPr>
    </p:spTree>
    <p:extLst>
      <p:ext uri="{BB962C8B-B14F-4D97-AF65-F5344CB8AC3E}">
        <p14:creationId xmlns:p14="http://schemas.microsoft.com/office/powerpoint/2010/main" val="23515853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0A04-A6E4-C1AB-E9BF-33B49D4772F9}"/>
            </a:ext>
          </a:extLst>
        </p:cNvPr>
        <p:cNvGrpSpPr/>
        <p:nvPr/>
      </p:nvGrpSpPr>
      <p:grpSpPr>
        <a:xfrm>
          <a:off x="0" y="0"/>
          <a:ext cx="0" cy="0"/>
          <a:chOff x="0" y="0"/>
          <a:chExt cx="0" cy="0"/>
        </a:xfrm>
      </p:grpSpPr>
    </p:spTree>
    <p:extLst>
      <p:ext uri="{BB962C8B-B14F-4D97-AF65-F5344CB8AC3E}">
        <p14:creationId xmlns:p14="http://schemas.microsoft.com/office/powerpoint/2010/main" val="12839334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DC516-B160-17D7-1B2F-C987117D59E3}"/>
            </a:ext>
          </a:extLst>
        </p:cNvPr>
        <p:cNvGrpSpPr/>
        <p:nvPr/>
      </p:nvGrpSpPr>
      <p:grpSpPr>
        <a:xfrm>
          <a:off x="0" y="0"/>
          <a:ext cx="0" cy="0"/>
          <a:chOff x="0" y="0"/>
          <a:chExt cx="0" cy="0"/>
        </a:xfrm>
      </p:grpSpPr>
    </p:spTree>
    <p:extLst>
      <p:ext uri="{BB962C8B-B14F-4D97-AF65-F5344CB8AC3E}">
        <p14:creationId xmlns:p14="http://schemas.microsoft.com/office/powerpoint/2010/main" val="2311126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3AA6-8ED4-63EE-2B71-6C915D329068}"/>
            </a:ext>
          </a:extLst>
        </p:cNvPr>
        <p:cNvGrpSpPr/>
        <p:nvPr/>
      </p:nvGrpSpPr>
      <p:grpSpPr>
        <a:xfrm>
          <a:off x="0" y="0"/>
          <a:ext cx="0" cy="0"/>
          <a:chOff x="0" y="0"/>
          <a:chExt cx="0" cy="0"/>
        </a:xfrm>
      </p:grpSpPr>
    </p:spTree>
    <p:extLst>
      <p:ext uri="{BB962C8B-B14F-4D97-AF65-F5344CB8AC3E}">
        <p14:creationId xmlns:p14="http://schemas.microsoft.com/office/powerpoint/2010/main" val="1062204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B357-8D18-E747-E92E-0F2159AB17BD}"/>
            </a:ext>
          </a:extLst>
        </p:cNvPr>
        <p:cNvGrpSpPr/>
        <p:nvPr/>
      </p:nvGrpSpPr>
      <p:grpSpPr>
        <a:xfrm>
          <a:off x="0" y="0"/>
          <a:ext cx="0" cy="0"/>
          <a:chOff x="0" y="0"/>
          <a:chExt cx="0" cy="0"/>
        </a:xfrm>
      </p:grpSpPr>
    </p:spTree>
    <p:extLst>
      <p:ext uri="{BB962C8B-B14F-4D97-AF65-F5344CB8AC3E}">
        <p14:creationId xmlns:p14="http://schemas.microsoft.com/office/powerpoint/2010/main" val="9586011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5E7D-7E9A-3D94-6BA8-5F08D955FFEB}"/>
            </a:ext>
          </a:extLst>
        </p:cNvPr>
        <p:cNvGrpSpPr/>
        <p:nvPr/>
      </p:nvGrpSpPr>
      <p:grpSpPr>
        <a:xfrm>
          <a:off x="0" y="0"/>
          <a:ext cx="0" cy="0"/>
          <a:chOff x="0" y="0"/>
          <a:chExt cx="0" cy="0"/>
        </a:xfrm>
      </p:grpSpPr>
    </p:spTree>
    <p:extLst>
      <p:ext uri="{BB962C8B-B14F-4D97-AF65-F5344CB8AC3E}">
        <p14:creationId xmlns:p14="http://schemas.microsoft.com/office/powerpoint/2010/main" val="30907707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8C4C-8EC0-54D8-01A4-B3891B36A84C}"/>
            </a:ext>
          </a:extLst>
        </p:cNvPr>
        <p:cNvGrpSpPr/>
        <p:nvPr/>
      </p:nvGrpSpPr>
      <p:grpSpPr>
        <a:xfrm>
          <a:off x="0" y="0"/>
          <a:ext cx="0" cy="0"/>
          <a:chOff x="0" y="0"/>
          <a:chExt cx="0" cy="0"/>
        </a:xfrm>
      </p:grpSpPr>
    </p:spTree>
    <p:extLst>
      <p:ext uri="{BB962C8B-B14F-4D97-AF65-F5344CB8AC3E}">
        <p14:creationId xmlns:p14="http://schemas.microsoft.com/office/powerpoint/2010/main" val="6203920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1686-DC87-C2BD-22FB-38D150B163AB}"/>
            </a:ext>
          </a:extLst>
        </p:cNvPr>
        <p:cNvGrpSpPr/>
        <p:nvPr/>
      </p:nvGrpSpPr>
      <p:grpSpPr>
        <a:xfrm>
          <a:off x="0" y="0"/>
          <a:ext cx="0" cy="0"/>
          <a:chOff x="0" y="0"/>
          <a:chExt cx="0" cy="0"/>
        </a:xfrm>
      </p:grpSpPr>
    </p:spTree>
    <p:extLst>
      <p:ext uri="{BB962C8B-B14F-4D97-AF65-F5344CB8AC3E}">
        <p14:creationId xmlns:p14="http://schemas.microsoft.com/office/powerpoint/2010/main" val="980255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376E7-E185-950E-171A-F05AE45C7B04}"/>
            </a:ext>
          </a:extLst>
        </p:cNvPr>
        <p:cNvGrpSpPr/>
        <p:nvPr/>
      </p:nvGrpSpPr>
      <p:grpSpPr>
        <a:xfrm>
          <a:off x="0" y="0"/>
          <a:ext cx="0" cy="0"/>
          <a:chOff x="0" y="0"/>
          <a:chExt cx="0" cy="0"/>
        </a:xfrm>
      </p:grpSpPr>
    </p:spTree>
    <p:extLst>
      <p:ext uri="{BB962C8B-B14F-4D97-AF65-F5344CB8AC3E}">
        <p14:creationId xmlns:p14="http://schemas.microsoft.com/office/powerpoint/2010/main" val="42104763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2E7B0-DD99-7829-6201-7CFDCEB2F3F3}"/>
            </a:ext>
          </a:extLst>
        </p:cNvPr>
        <p:cNvGrpSpPr/>
        <p:nvPr/>
      </p:nvGrpSpPr>
      <p:grpSpPr>
        <a:xfrm>
          <a:off x="0" y="0"/>
          <a:ext cx="0" cy="0"/>
          <a:chOff x="0" y="0"/>
          <a:chExt cx="0" cy="0"/>
        </a:xfrm>
      </p:grpSpPr>
    </p:spTree>
    <p:extLst>
      <p:ext uri="{BB962C8B-B14F-4D97-AF65-F5344CB8AC3E}">
        <p14:creationId xmlns:p14="http://schemas.microsoft.com/office/powerpoint/2010/main" val="29334311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ABB0D-139F-3C6D-2AEE-0FF4FAA5805A}"/>
            </a:ext>
          </a:extLst>
        </p:cNvPr>
        <p:cNvGrpSpPr/>
        <p:nvPr/>
      </p:nvGrpSpPr>
      <p:grpSpPr>
        <a:xfrm>
          <a:off x="0" y="0"/>
          <a:ext cx="0" cy="0"/>
          <a:chOff x="0" y="0"/>
          <a:chExt cx="0" cy="0"/>
        </a:xfrm>
      </p:grpSpPr>
    </p:spTree>
    <p:extLst>
      <p:ext uri="{BB962C8B-B14F-4D97-AF65-F5344CB8AC3E}">
        <p14:creationId xmlns:p14="http://schemas.microsoft.com/office/powerpoint/2010/main" val="26142448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6BBC-90CF-6EA7-3706-97BCFCB4C0A7}"/>
            </a:ext>
          </a:extLst>
        </p:cNvPr>
        <p:cNvGrpSpPr/>
        <p:nvPr/>
      </p:nvGrpSpPr>
      <p:grpSpPr>
        <a:xfrm>
          <a:off x="0" y="0"/>
          <a:ext cx="0" cy="0"/>
          <a:chOff x="0" y="0"/>
          <a:chExt cx="0" cy="0"/>
        </a:xfrm>
      </p:grpSpPr>
    </p:spTree>
    <p:extLst>
      <p:ext uri="{BB962C8B-B14F-4D97-AF65-F5344CB8AC3E}">
        <p14:creationId xmlns:p14="http://schemas.microsoft.com/office/powerpoint/2010/main" val="16422034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ED03-3337-AA23-6990-101C639223C6}"/>
            </a:ext>
          </a:extLst>
        </p:cNvPr>
        <p:cNvGrpSpPr/>
        <p:nvPr/>
      </p:nvGrpSpPr>
      <p:grpSpPr>
        <a:xfrm>
          <a:off x="0" y="0"/>
          <a:ext cx="0" cy="0"/>
          <a:chOff x="0" y="0"/>
          <a:chExt cx="0" cy="0"/>
        </a:xfrm>
      </p:grpSpPr>
    </p:spTree>
    <p:extLst>
      <p:ext uri="{BB962C8B-B14F-4D97-AF65-F5344CB8AC3E}">
        <p14:creationId xmlns:p14="http://schemas.microsoft.com/office/powerpoint/2010/main" val="3032989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C3812-AB2F-A5A1-4BEC-0B893F2FFC0F}"/>
            </a:ext>
          </a:extLst>
        </p:cNvPr>
        <p:cNvGrpSpPr/>
        <p:nvPr/>
      </p:nvGrpSpPr>
      <p:grpSpPr>
        <a:xfrm>
          <a:off x="0" y="0"/>
          <a:ext cx="0" cy="0"/>
          <a:chOff x="0" y="0"/>
          <a:chExt cx="0" cy="0"/>
        </a:xfrm>
      </p:grpSpPr>
    </p:spTree>
    <p:extLst>
      <p:ext uri="{BB962C8B-B14F-4D97-AF65-F5344CB8AC3E}">
        <p14:creationId xmlns:p14="http://schemas.microsoft.com/office/powerpoint/2010/main" val="29372636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7512-162A-20E0-1432-120661804376}"/>
            </a:ext>
          </a:extLst>
        </p:cNvPr>
        <p:cNvGrpSpPr/>
        <p:nvPr/>
      </p:nvGrpSpPr>
      <p:grpSpPr>
        <a:xfrm>
          <a:off x="0" y="0"/>
          <a:ext cx="0" cy="0"/>
          <a:chOff x="0" y="0"/>
          <a:chExt cx="0" cy="0"/>
        </a:xfrm>
      </p:grpSpPr>
    </p:spTree>
    <p:extLst>
      <p:ext uri="{BB962C8B-B14F-4D97-AF65-F5344CB8AC3E}">
        <p14:creationId xmlns:p14="http://schemas.microsoft.com/office/powerpoint/2010/main" val="19092199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EBB2-5ADD-4F39-99D0-AA32F6C1CE1B}"/>
            </a:ext>
          </a:extLst>
        </p:cNvPr>
        <p:cNvGrpSpPr/>
        <p:nvPr/>
      </p:nvGrpSpPr>
      <p:grpSpPr>
        <a:xfrm>
          <a:off x="0" y="0"/>
          <a:ext cx="0" cy="0"/>
          <a:chOff x="0" y="0"/>
          <a:chExt cx="0" cy="0"/>
        </a:xfrm>
      </p:grpSpPr>
    </p:spTree>
    <p:extLst>
      <p:ext uri="{BB962C8B-B14F-4D97-AF65-F5344CB8AC3E}">
        <p14:creationId xmlns:p14="http://schemas.microsoft.com/office/powerpoint/2010/main" val="30899520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90A0-959C-599A-C1FF-D5138A1DD490}"/>
            </a:ext>
          </a:extLst>
        </p:cNvPr>
        <p:cNvGrpSpPr/>
        <p:nvPr/>
      </p:nvGrpSpPr>
      <p:grpSpPr>
        <a:xfrm>
          <a:off x="0" y="0"/>
          <a:ext cx="0" cy="0"/>
          <a:chOff x="0" y="0"/>
          <a:chExt cx="0" cy="0"/>
        </a:xfrm>
      </p:grpSpPr>
    </p:spTree>
    <p:extLst>
      <p:ext uri="{BB962C8B-B14F-4D97-AF65-F5344CB8AC3E}">
        <p14:creationId xmlns:p14="http://schemas.microsoft.com/office/powerpoint/2010/main" val="4250242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C3ED-117F-1DBC-D4FF-AEE36AF3B327}"/>
            </a:ext>
          </a:extLst>
        </p:cNvPr>
        <p:cNvGrpSpPr/>
        <p:nvPr/>
      </p:nvGrpSpPr>
      <p:grpSpPr>
        <a:xfrm>
          <a:off x="0" y="0"/>
          <a:ext cx="0" cy="0"/>
          <a:chOff x="0" y="0"/>
          <a:chExt cx="0" cy="0"/>
        </a:xfrm>
      </p:grpSpPr>
    </p:spTree>
    <p:extLst>
      <p:ext uri="{BB962C8B-B14F-4D97-AF65-F5344CB8AC3E}">
        <p14:creationId xmlns:p14="http://schemas.microsoft.com/office/powerpoint/2010/main" val="134606310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6B86F-028D-951E-F9EF-91F6BDECAC05}"/>
            </a:ext>
          </a:extLst>
        </p:cNvPr>
        <p:cNvGrpSpPr/>
        <p:nvPr/>
      </p:nvGrpSpPr>
      <p:grpSpPr>
        <a:xfrm>
          <a:off x="0" y="0"/>
          <a:ext cx="0" cy="0"/>
          <a:chOff x="0" y="0"/>
          <a:chExt cx="0" cy="0"/>
        </a:xfrm>
      </p:grpSpPr>
    </p:spTree>
    <p:extLst>
      <p:ext uri="{BB962C8B-B14F-4D97-AF65-F5344CB8AC3E}">
        <p14:creationId xmlns:p14="http://schemas.microsoft.com/office/powerpoint/2010/main" val="15681118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AD7CA-9475-1240-1A85-5D891DF61FA3}"/>
            </a:ext>
          </a:extLst>
        </p:cNvPr>
        <p:cNvGrpSpPr/>
        <p:nvPr/>
      </p:nvGrpSpPr>
      <p:grpSpPr>
        <a:xfrm>
          <a:off x="0" y="0"/>
          <a:ext cx="0" cy="0"/>
          <a:chOff x="0" y="0"/>
          <a:chExt cx="0" cy="0"/>
        </a:xfrm>
      </p:grpSpPr>
    </p:spTree>
    <p:extLst>
      <p:ext uri="{BB962C8B-B14F-4D97-AF65-F5344CB8AC3E}">
        <p14:creationId xmlns:p14="http://schemas.microsoft.com/office/powerpoint/2010/main" val="14752810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A0761-A371-69C2-CF71-DF1C1F802157}"/>
            </a:ext>
          </a:extLst>
        </p:cNvPr>
        <p:cNvGrpSpPr/>
        <p:nvPr/>
      </p:nvGrpSpPr>
      <p:grpSpPr>
        <a:xfrm>
          <a:off x="0" y="0"/>
          <a:ext cx="0" cy="0"/>
          <a:chOff x="0" y="0"/>
          <a:chExt cx="0" cy="0"/>
        </a:xfrm>
      </p:grpSpPr>
    </p:spTree>
    <p:extLst>
      <p:ext uri="{BB962C8B-B14F-4D97-AF65-F5344CB8AC3E}">
        <p14:creationId xmlns:p14="http://schemas.microsoft.com/office/powerpoint/2010/main" val="7186152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13CC-FD3A-127A-8224-3BE897E02A05}"/>
            </a:ext>
          </a:extLst>
        </p:cNvPr>
        <p:cNvGrpSpPr/>
        <p:nvPr/>
      </p:nvGrpSpPr>
      <p:grpSpPr>
        <a:xfrm>
          <a:off x="0" y="0"/>
          <a:ext cx="0" cy="0"/>
          <a:chOff x="0" y="0"/>
          <a:chExt cx="0" cy="0"/>
        </a:xfrm>
      </p:grpSpPr>
    </p:spTree>
    <p:extLst>
      <p:ext uri="{BB962C8B-B14F-4D97-AF65-F5344CB8AC3E}">
        <p14:creationId xmlns:p14="http://schemas.microsoft.com/office/powerpoint/2010/main" val="11485330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8887-8C2A-0B76-F68A-F41FBABAA3E0}"/>
            </a:ext>
          </a:extLst>
        </p:cNvPr>
        <p:cNvGrpSpPr/>
        <p:nvPr/>
      </p:nvGrpSpPr>
      <p:grpSpPr>
        <a:xfrm>
          <a:off x="0" y="0"/>
          <a:ext cx="0" cy="0"/>
          <a:chOff x="0" y="0"/>
          <a:chExt cx="0" cy="0"/>
        </a:xfrm>
      </p:grpSpPr>
    </p:spTree>
    <p:extLst>
      <p:ext uri="{BB962C8B-B14F-4D97-AF65-F5344CB8AC3E}">
        <p14:creationId xmlns:p14="http://schemas.microsoft.com/office/powerpoint/2010/main" val="9732924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C13FF-1A67-232D-C511-8130DADAC892}"/>
            </a:ext>
          </a:extLst>
        </p:cNvPr>
        <p:cNvGrpSpPr/>
        <p:nvPr/>
      </p:nvGrpSpPr>
      <p:grpSpPr>
        <a:xfrm>
          <a:off x="0" y="0"/>
          <a:ext cx="0" cy="0"/>
          <a:chOff x="0" y="0"/>
          <a:chExt cx="0" cy="0"/>
        </a:xfrm>
      </p:grpSpPr>
    </p:spTree>
    <p:extLst>
      <p:ext uri="{BB962C8B-B14F-4D97-AF65-F5344CB8AC3E}">
        <p14:creationId xmlns:p14="http://schemas.microsoft.com/office/powerpoint/2010/main" val="10543858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C8C3-9B76-4ECE-34FA-FE16EC8D4964}"/>
            </a:ext>
          </a:extLst>
        </p:cNvPr>
        <p:cNvGrpSpPr/>
        <p:nvPr/>
      </p:nvGrpSpPr>
      <p:grpSpPr>
        <a:xfrm>
          <a:off x="0" y="0"/>
          <a:ext cx="0" cy="0"/>
          <a:chOff x="0" y="0"/>
          <a:chExt cx="0" cy="0"/>
        </a:xfrm>
      </p:grpSpPr>
    </p:spTree>
    <p:extLst>
      <p:ext uri="{BB962C8B-B14F-4D97-AF65-F5344CB8AC3E}">
        <p14:creationId xmlns:p14="http://schemas.microsoft.com/office/powerpoint/2010/main" val="21237246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DB30D-2F07-7624-F044-499C2B786D2F}"/>
            </a:ext>
          </a:extLst>
        </p:cNvPr>
        <p:cNvGrpSpPr/>
        <p:nvPr/>
      </p:nvGrpSpPr>
      <p:grpSpPr>
        <a:xfrm>
          <a:off x="0" y="0"/>
          <a:ext cx="0" cy="0"/>
          <a:chOff x="0" y="0"/>
          <a:chExt cx="0" cy="0"/>
        </a:xfrm>
      </p:grpSpPr>
    </p:spTree>
    <p:extLst>
      <p:ext uri="{BB962C8B-B14F-4D97-AF65-F5344CB8AC3E}">
        <p14:creationId xmlns:p14="http://schemas.microsoft.com/office/powerpoint/2010/main" val="24843154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057C0-2D8B-4DA1-83A5-ADC054A731F4}"/>
            </a:ext>
          </a:extLst>
        </p:cNvPr>
        <p:cNvGrpSpPr/>
        <p:nvPr/>
      </p:nvGrpSpPr>
      <p:grpSpPr>
        <a:xfrm>
          <a:off x="0" y="0"/>
          <a:ext cx="0" cy="0"/>
          <a:chOff x="0" y="0"/>
          <a:chExt cx="0" cy="0"/>
        </a:xfrm>
      </p:grpSpPr>
    </p:spTree>
    <p:extLst>
      <p:ext uri="{BB962C8B-B14F-4D97-AF65-F5344CB8AC3E}">
        <p14:creationId xmlns:p14="http://schemas.microsoft.com/office/powerpoint/2010/main" val="12321951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CB1E-3B9E-440E-A514-8815504A1656}"/>
            </a:ext>
          </a:extLst>
        </p:cNvPr>
        <p:cNvGrpSpPr/>
        <p:nvPr/>
      </p:nvGrpSpPr>
      <p:grpSpPr>
        <a:xfrm>
          <a:off x="0" y="0"/>
          <a:ext cx="0" cy="0"/>
          <a:chOff x="0" y="0"/>
          <a:chExt cx="0" cy="0"/>
        </a:xfrm>
      </p:grpSpPr>
    </p:spTree>
    <p:extLst>
      <p:ext uri="{BB962C8B-B14F-4D97-AF65-F5344CB8AC3E}">
        <p14:creationId xmlns:p14="http://schemas.microsoft.com/office/powerpoint/2010/main" val="13638516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1781-AC89-E410-C09F-43E3F4A3717E}"/>
            </a:ext>
          </a:extLst>
        </p:cNvPr>
        <p:cNvGrpSpPr/>
        <p:nvPr/>
      </p:nvGrpSpPr>
      <p:grpSpPr>
        <a:xfrm>
          <a:off x="0" y="0"/>
          <a:ext cx="0" cy="0"/>
          <a:chOff x="0" y="0"/>
          <a:chExt cx="0" cy="0"/>
        </a:xfrm>
      </p:grpSpPr>
    </p:spTree>
    <p:extLst>
      <p:ext uri="{BB962C8B-B14F-4D97-AF65-F5344CB8AC3E}">
        <p14:creationId xmlns:p14="http://schemas.microsoft.com/office/powerpoint/2010/main" val="26295087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C2AF-3898-60DB-54D0-1F5D4C7CEA68}"/>
            </a:ext>
          </a:extLst>
        </p:cNvPr>
        <p:cNvGrpSpPr/>
        <p:nvPr/>
      </p:nvGrpSpPr>
      <p:grpSpPr>
        <a:xfrm>
          <a:off x="0" y="0"/>
          <a:ext cx="0" cy="0"/>
          <a:chOff x="0" y="0"/>
          <a:chExt cx="0" cy="0"/>
        </a:xfrm>
      </p:grpSpPr>
    </p:spTree>
    <p:extLst>
      <p:ext uri="{BB962C8B-B14F-4D97-AF65-F5344CB8AC3E}">
        <p14:creationId xmlns:p14="http://schemas.microsoft.com/office/powerpoint/2010/main" val="29727076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1F73-68FF-DA19-0C13-7834C5106F62}"/>
            </a:ext>
          </a:extLst>
        </p:cNvPr>
        <p:cNvGrpSpPr/>
        <p:nvPr/>
      </p:nvGrpSpPr>
      <p:grpSpPr>
        <a:xfrm>
          <a:off x="0" y="0"/>
          <a:ext cx="0" cy="0"/>
          <a:chOff x="0" y="0"/>
          <a:chExt cx="0" cy="0"/>
        </a:xfrm>
      </p:grpSpPr>
    </p:spTree>
    <p:extLst>
      <p:ext uri="{BB962C8B-B14F-4D97-AF65-F5344CB8AC3E}">
        <p14:creationId xmlns:p14="http://schemas.microsoft.com/office/powerpoint/2010/main" val="41324967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38643-EFA3-4BB8-C467-7838B3F9B535}"/>
            </a:ext>
          </a:extLst>
        </p:cNvPr>
        <p:cNvGrpSpPr/>
        <p:nvPr/>
      </p:nvGrpSpPr>
      <p:grpSpPr>
        <a:xfrm>
          <a:off x="0" y="0"/>
          <a:ext cx="0" cy="0"/>
          <a:chOff x="0" y="0"/>
          <a:chExt cx="0" cy="0"/>
        </a:xfrm>
      </p:grpSpPr>
    </p:spTree>
    <p:extLst>
      <p:ext uri="{BB962C8B-B14F-4D97-AF65-F5344CB8AC3E}">
        <p14:creationId xmlns:p14="http://schemas.microsoft.com/office/powerpoint/2010/main" val="20907749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6C662-F939-4404-9311-DBA46D697E02}"/>
            </a:ext>
          </a:extLst>
        </p:cNvPr>
        <p:cNvGrpSpPr/>
        <p:nvPr/>
      </p:nvGrpSpPr>
      <p:grpSpPr>
        <a:xfrm>
          <a:off x="0" y="0"/>
          <a:ext cx="0" cy="0"/>
          <a:chOff x="0" y="0"/>
          <a:chExt cx="0" cy="0"/>
        </a:xfrm>
      </p:grpSpPr>
    </p:spTree>
    <p:extLst>
      <p:ext uri="{BB962C8B-B14F-4D97-AF65-F5344CB8AC3E}">
        <p14:creationId xmlns:p14="http://schemas.microsoft.com/office/powerpoint/2010/main" val="12701680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EC98-2187-5237-0FB6-0BD1AEF74B18}"/>
            </a:ext>
          </a:extLst>
        </p:cNvPr>
        <p:cNvGrpSpPr/>
        <p:nvPr/>
      </p:nvGrpSpPr>
      <p:grpSpPr>
        <a:xfrm>
          <a:off x="0" y="0"/>
          <a:ext cx="0" cy="0"/>
          <a:chOff x="0" y="0"/>
          <a:chExt cx="0" cy="0"/>
        </a:xfrm>
      </p:grpSpPr>
    </p:spTree>
    <p:extLst>
      <p:ext uri="{BB962C8B-B14F-4D97-AF65-F5344CB8AC3E}">
        <p14:creationId xmlns:p14="http://schemas.microsoft.com/office/powerpoint/2010/main" val="403887663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C39E-56B3-1F9F-1796-788E70491949}"/>
            </a:ext>
          </a:extLst>
        </p:cNvPr>
        <p:cNvGrpSpPr/>
        <p:nvPr/>
      </p:nvGrpSpPr>
      <p:grpSpPr>
        <a:xfrm>
          <a:off x="0" y="0"/>
          <a:ext cx="0" cy="0"/>
          <a:chOff x="0" y="0"/>
          <a:chExt cx="0" cy="0"/>
        </a:xfrm>
      </p:grpSpPr>
    </p:spTree>
    <p:extLst>
      <p:ext uri="{BB962C8B-B14F-4D97-AF65-F5344CB8AC3E}">
        <p14:creationId xmlns:p14="http://schemas.microsoft.com/office/powerpoint/2010/main" val="30560296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D595B-A292-30E6-18FE-3C7FD560B4C6}"/>
            </a:ext>
          </a:extLst>
        </p:cNvPr>
        <p:cNvGrpSpPr/>
        <p:nvPr/>
      </p:nvGrpSpPr>
      <p:grpSpPr>
        <a:xfrm>
          <a:off x="0" y="0"/>
          <a:ext cx="0" cy="0"/>
          <a:chOff x="0" y="0"/>
          <a:chExt cx="0" cy="0"/>
        </a:xfrm>
      </p:grpSpPr>
    </p:spTree>
    <p:extLst>
      <p:ext uri="{BB962C8B-B14F-4D97-AF65-F5344CB8AC3E}">
        <p14:creationId xmlns:p14="http://schemas.microsoft.com/office/powerpoint/2010/main" val="41848515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3050-06BF-A4D0-1BA5-056240E4B27D}"/>
            </a:ext>
          </a:extLst>
        </p:cNvPr>
        <p:cNvGrpSpPr/>
        <p:nvPr/>
      </p:nvGrpSpPr>
      <p:grpSpPr>
        <a:xfrm>
          <a:off x="0" y="0"/>
          <a:ext cx="0" cy="0"/>
          <a:chOff x="0" y="0"/>
          <a:chExt cx="0" cy="0"/>
        </a:xfrm>
      </p:grpSpPr>
    </p:spTree>
    <p:extLst>
      <p:ext uri="{BB962C8B-B14F-4D97-AF65-F5344CB8AC3E}">
        <p14:creationId xmlns:p14="http://schemas.microsoft.com/office/powerpoint/2010/main" val="31905307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4643F-3C57-E237-2FCB-FD65894F40B8}"/>
            </a:ext>
          </a:extLst>
        </p:cNvPr>
        <p:cNvGrpSpPr/>
        <p:nvPr/>
      </p:nvGrpSpPr>
      <p:grpSpPr>
        <a:xfrm>
          <a:off x="0" y="0"/>
          <a:ext cx="0" cy="0"/>
          <a:chOff x="0" y="0"/>
          <a:chExt cx="0" cy="0"/>
        </a:xfrm>
      </p:grpSpPr>
    </p:spTree>
    <p:extLst>
      <p:ext uri="{BB962C8B-B14F-4D97-AF65-F5344CB8AC3E}">
        <p14:creationId xmlns:p14="http://schemas.microsoft.com/office/powerpoint/2010/main" val="380853414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48C93-57CD-B81C-B1EE-27375A7DF877}"/>
            </a:ext>
          </a:extLst>
        </p:cNvPr>
        <p:cNvGrpSpPr/>
        <p:nvPr/>
      </p:nvGrpSpPr>
      <p:grpSpPr>
        <a:xfrm>
          <a:off x="0" y="0"/>
          <a:ext cx="0" cy="0"/>
          <a:chOff x="0" y="0"/>
          <a:chExt cx="0" cy="0"/>
        </a:xfrm>
      </p:grpSpPr>
    </p:spTree>
    <p:extLst>
      <p:ext uri="{BB962C8B-B14F-4D97-AF65-F5344CB8AC3E}">
        <p14:creationId xmlns:p14="http://schemas.microsoft.com/office/powerpoint/2010/main" val="6070895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F3172-2EFB-7E41-0A10-43B1F0204316}"/>
            </a:ext>
          </a:extLst>
        </p:cNvPr>
        <p:cNvGrpSpPr/>
        <p:nvPr/>
      </p:nvGrpSpPr>
      <p:grpSpPr>
        <a:xfrm>
          <a:off x="0" y="0"/>
          <a:ext cx="0" cy="0"/>
          <a:chOff x="0" y="0"/>
          <a:chExt cx="0" cy="0"/>
        </a:xfrm>
      </p:grpSpPr>
    </p:spTree>
    <p:extLst>
      <p:ext uri="{BB962C8B-B14F-4D97-AF65-F5344CB8AC3E}">
        <p14:creationId xmlns:p14="http://schemas.microsoft.com/office/powerpoint/2010/main" val="81939058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87DC-6914-B665-1E0C-B14BD70E08A4}"/>
            </a:ext>
          </a:extLst>
        </p:cNvPr>
        <p:cNvGrpSpPr/>
        <p:nvPr/>
      </p:nvGrpSpPr>
      <p:grpSpPr>
        <a:xfrm>
          <a:off x="0" y="0"/>
          <a:ext cx="0" cy="0"/>
          <a:chOff x="0" y="0"/>
          <a:chExt cx="0" cy="0"/>
        </a:xfrm>
      </p:grpSpPr>
    </p:spTree>
    <p:extLst>
      <p:ext uri="{BB962C8B-B14F-4D97-AF65-F5344CB8AC3E}">
        <p14:creationId xmlns:p14="http://schemas.microsoft.com/office/powerpoint/2010/main" val="41081748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D0D49-558C-F674-72A5-E4CC52DD75E5}"/>
            </a:ext>
          </a:extLst>
        </p:cNvPr>
        <p:cNvGrpSpPr/>
        <p:nvPr/>
      </p:nvGrpSpPr>
      <p:grpSpPr>
        <a:xfrm>
          <a:off x="0" y="0"/>
          <a:ext cx="0" cy="0"/>
          <a:chOff x="0" y="0"/>
          <a:chExt cx="0" cy="0"/>
        </a:xfrm>
      </p:grpSpPr>
    </p:spTree>
    <p:extLst>
      <p:ext uri="{BB962C8B-B14F-4D97-AF65-F5344CB8AC3E}">
        <p14:creationId xmlns:p14="http://schemas.microsoft.com/office/powerpoint/2010/main" val="35433107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856A-45F4-F09F-5E62-21A4B5380324}"/>
            </a:ext>
          </a:extLst>
        </p:cNvPr>
        <p:cNvGrpSpPr/>
        <p:nvPr/>
      </p:nvGrpSpPr>
      <p:grpSpPr>
        <a:xfrm>
          <a:off x="0" y="0"/>
          <a:ext cx="0" cy="0"/>
          <a:chOff x="0" y="0"/>
          <a:chExt cx="0" cy="0"/>
        </a:xfrm>
      </p:grpSpPr>
    </p:spTree>
    <p:extLst>
      <p:ext uri="{BB962C8B-B14F-4D97-AF65-F5344CB8AC3E}">
        <p14:creationId xmlns:p14="http://schemas.microsoft.com/office/powerpoint/2010/main" val="28934950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75E99-8804-F828-9C93-9CC57FD3BF40}"/>
            </a:ext>
          </a:extLst>
        </p:cNvPr>
        <p:cNvGrpSpPr/>
        <p:nvPr/>
      </p:nvGrpSpPr>
      <p:grpSpPr>
        <a:xfrm>
          <a:off x="0" y="0"/>
          <a:ext cx="0" cy="0"/>
          <a:chOff x="0" y="0"/>
          <a:chExt cx="0" cy="0"/>
        </a:xfrm>
      </p:grpSpPr>
    </p:spTree>
    <p:extLst>
      <p:ext uri="{BB962C8B-B14F-4D97-AF65-F5344CB8AC3E}">
        <p14:creationId xmlns:p14="http://schemas.microsoft.com/office/powerpoint/2010/main" val="42427333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BF0E-BCAA-64BE-B459-33D765CC85C6}"/>
            </a:ext>
          </a:extLst>
        </p:cNvPr>
        <p:cNvGrpSpPr/>
        <p:nvPr/>
      </p:nvGrpSpPr>
      <p:grpSpPr>
        <a:xfrm>
          <a:off x="0" y="0"/>
          <a:ext cx="0" cy="0"/>
          <a:chOff x="0" y="0"/>
          <a:chExt cx="0" cy="0"/>
        </a:xfrm>
      </p:grpSpPr>
    </p:spTree>
    <p:extLst>
      <p:ext uri="{BB962C8B-B14F-4D97-AF65-F5344CB8AC3E}">
        <p14:creationId xmlns:p14="http://schemas.microsoft.com/office/powerpoint/2010/main" val="21178506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3DEE-D2AF-C229-9B92-A9AD5BF96DA1}"/>
            </a:ext>
          </a:extLst>
        </p:cNvPr>
        <p:cNvGrpSpPr/>
        <p:nvPr/>
      </p:nvGrpSpPr>
      <p:grpSpPr>
        <a:xfrm>
          <a:off x="0" y="0"/>
          <a:ext cx="0" cy="0"/>
          <a:chOff x="0" y="0"/>
          <a:chExt cx="0" cy="0"/>
        </a:xfrm>
      </p:grpSpPr>
    </p:spTree>
    <p:extLst>
      <p:ext uri="{BB962C8B-B14F-4D97-AF65-F5344CB8AC3E}">
        <p14:creationId xmlns:p14="http://schemas.microsoft.com/office/powerpoint/2010/main" val="10606753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AEDD-E2DD-341F-56DB-D322D411CB1B}"/>
            </a:ext>
          </a:extLst>
        </p:cNvPr>
        <p:cNvGrpSpPr/>
        <p:nvPr/>
      </p:nvGrpSpPr>
      <p:grpSpPr>
        <a:xfrm>
          <a:off x="0" y="0"/>
          <a:ext cx="0" cy="0"/>
          <a:chOff x="0" y="0"/>
          <a:chExt cx="0" cy="0"/>
        </a:xfrm>
      </p:grpSpPr>
    </p:spTree>
    <p:extLst>
      <p:ext uri="{BB962C8B-B14F-4D97-AF65-F5344CB8AC3E}">
        <p14:creationId xmlns:p14="http://schemas.microsoft.com/office/powerpoint/2010/main" val="17518054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6717-84B0-55D9-F7AE-7C1DBC9E6CAE}"/>
            </a:ext>
          </a:extLst>
        </p:cNvPr>
        <p:cNvGrpSpPr/>
        <p:nvPr/>
      </p:nvGrpSpPr>
      <p:grpSpPr>
        <a:xfrm>
          <a:off x="0" y="0"/>
          <a:ext cx="0" cy="0"/>
          <a:chOff x="0" y="0"/>
          <a:chExt cx="0" cy="0"/>
        </a:xfrm>
      </p:grpSpPr>
    </p:spTree>
    <p:extLst>
      <p:ext uri="{BB962C8B-B14F-4D97-AF65-F5344CB8AC3E}">
        <p14:creationId xmlns:p14="http://schemas.microsoft.com/office/powerpoint/2010/main" val="38117428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BFD80-542F-43AE-DE22-749E02A609B4}"/>
            </a:ext>
          </a:extLst>
        </p:cNvPr>
        <p:cNvGrpSpPr/>
        <p:nvPr/>
      </p:nvGrpSpPr>
      <p:grpSpPr>
        <a:xfrm>
          <a:off x="0" y="0"/>
          <a:ext cx="0" cy="0"/>
          <a:chOff x="0" y="0"/>
          <a:chExt cx="0" cy="0"/>
        </a:xfrm>
      </p:grpSpPr>
    </p:spTree>
    <p:extLst>
      <p:ext uri="{BB962C8B-B14F-4D97-AF65-F5344CB8AC3E}">
        <p14:creationId xmlns:p14="http://schemas.microsoft.com/office/powerpoint/2010/main" val="27296063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BCED-9332-A7A6-A95A-C848E57E852D}"/>
            </a:ext>
          </a:extLst>
        </p:cNvPr>
        <p:cNvGrpSpPr/>
        <p:nvPr/>
      </p:nvGrpSpPr>
      <p:grpSpPr>
        <a:xfrm>
          <a:off x="0" y="0"/>
          <a:ext cx="0" cy="0"/>
          <a:chOff x="0" y="0"/>
          <a:chExt cx="0" cy="0"/>
        </a:xfrm>
      </p:grpSpPr>
    </p:spTree>
    <p:extLst>
      <p:ext uri="{BB962C8B-B14F-4D97-AF65-F5344CB8AC3E}">
        <p14:creationId xmlns:p14="http://schemas.microsoft.com/office/powerpoint/2010/main" val="35467624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5342-B3E8-2CB4-FA55-F62726759AFD}"/>
            </a:ext>
          </a:extLst>
        </p:cNvPr>
        <p:cNvGrpSpPr/>
        <p:nvPr/>
      </p:nvGrpSpPr>
      <p:grpSpPr>
        <a:xfrm>
          <a:off x="0" y="0"/>
          <a:ext cx="0" cy="0"/>
          <a:chOff x="0" y="0"/>
          <a:chExt cx="0" cy="0"/>
        </a:xfrm>
      </p:grpSpPr>
    </p:spTree>
    <p:extLst>
      <p:ext uri="{BB962C8B-B14F-4D97-AF65-F5344CB8AC3E}">
        <p14:creationId xmlns:p14="http://schemas.microsoft.com/office/powerpoint/2010/main" val="278215876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FFE8D-AD1C-BE64-1FE0-EE5C6D8E9217}"/>
            </a:ext>
          </a:extLst>
        </p:cNvPr>
        <p:cNvGrpSpPr/>
        <p:nvPr/>
      </p:nvGrpSpPr>
      <p:grpSpPr>
        <a:xfrm>
          <a:off x="0" y="0"/>
          <a:ext cx="0" cy="0"/>
          <a:chOff x="0" y="0"/>
          <a:chExt cx="0" cy="0"/>
        </a:xfrm>
      </p:grpSpPr>
    </p:spTree>
    <p:extLst>
      <p:ext uri="{BB962C8B-B14F-4D97-AF65-F5344CB8AC3E}">
        <p14:creationId xmlns:p14="http://schemas.microsoft.com/office/powerpoint/2010/main" val="6748655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C4730-9C0E-D957-8425-4AA6861CDE18}"/>
            </a:ext>
          </a:extLst>
        </p:cNvPr>
        <p:cNvGrpSpPr/>
        <p:nvPr/>
      </p:nvGrpSpPr>
      <p:grpSpPr>
        <a:xfrm>
          <a:off x="0" y="0"/>
          <a:ext cx="0" cy="0"/>
          <a:chOff x="0" y="0"/>
          <a:chExt cx="0" cy="0"/>
        </a:xfrm>
      </p:grpSpPr>
    </p:spTree>
    <p:extLst>
      <p:ext uri="{BB962C8B-B14F-4D97-AF65-F5344CB8AC3E}">
        <p14:creationId xmlns:p14="http://schemas.microsoft.com/office/powerpoint/2010/main" val="34613301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EC4D6-EAB8-6A94-31D0-E1B8E5F9432D}"/>
            </a:ext>
          </a:extLst>
        </p:cNvPr>
        <p:cNvGrpSpPr/>
        <p:nvPr/>
      </p:nvGrpSpPr>
      <p:grpSpPr>
        <a:xfrm>
          <a:off x="0" y="0"/>
          <a:ext cx="0" cy="0"/>
          <a:chOff x="0" y="0"/>
          <a:chExt cx="0" cy="0"/>
        </a:xfrm>
      </p:grpSpPr>
    </p:spTree>
    <p:extLst>
      <p:ext uri="{BB962C8B-B14F-4D97-AF65-F5344CB8AC3E}">
        <p14:creationId xmlns:p14="http://schemas.microsoft.com/office/powerpoint/2010/main" val="162690949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270E-96F7-FF23-BF54-587B11E244E7}"/>
            </a:ext>
          </a:extLst>
        </p:cNvPr>
        <p:cNvGrpSpPr/>
        <p:nvPr/>
      </p:nvGrpSpPr>
      <p:grpSpPr>
        <a:xfrm>
          <a:off x="0" y="0"/>
          <a:ext cx="0" cy="0"/>
          <a:chOff x="0" y="0"/>
          <a:chExt cx="0" cy="0"/>
        </a:xfrm>
      </p:grpSpPr>
    </p:spTree>
    <p:extLst>
      <p:ext uri="{BB962C8B-B14F-4D97-AF65-F5344CB8AC3E}">
        <p14:creationId xmlns:p14="http://schemas.microsoft.com/office/powerpoint/2010/main" val="332520510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7D96F-5E88-F51E-24AF-2516DB191DC0}"/>
            </a:ext>
          </a:extLst>
        </p:cNvPr>
        <p:cNvGrpSpPr/>
        <p:nvPr/>
      </p:nvGrpSpPr>
      <p:grpSpPr>
        <a:xfrm>
          <a:off x="0" y="0"/>
          <a:ext cx="0" cy="0"/>
          <a:chOff x="0" y="0"/>
          <a:chExt cx="0" cy="0"/>
        </a:xfrm>
      </p:grpSpPr>
    </p:spTree>
    <p:extLst>
      <p:ext uri="{BB962C8B-B14F-4D97-AF65-F5344CB8AC3E}">
        <p14:creationId xmlns:p14="http://schemas.microsoft.com/office/powerpoint/2010/main" val="370469335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149D1-8547-F539-26A9-C77F8EE0A48F}"/>
            </a:ext>
          </a:extLst>
        </p:cNvPr>
        <p:cNvGrpSpPr/>
        <p:nvPr/>
      </p:nvGrpSpPr>
      <p:grpSpPr>
        <a:xfrm>
          <a:off x="0" y="0"/>
          <a:ext cx="0" cy="0"/>
          <a:chOff x="0" y="0"/>
          <a:chExt cx="0" cy="0"/>
        </a:xfrm>
      </p:grpSpPr>
    </p:spTree>
    <p:extLst>
      <p:ext uri="{BB962C8B-B14F-4D97-AF65-F5344CB8AC3E}">
        <p14:creationId xmlns:p14="http://schemas.microsoft.com/office/powerpoint/2010/main" val="91810445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CA74-8193-ADED-E6D3-8579DC66D2EE}"/>
            </a:ext>
          </a:extLst>
        </p:cNvPr>
        <p:cNvGrpSpPr/>
        <p:nvPr/>
      </p:nvGrpSpPr>
      <p:grpSpPr>
        <a:xfrm>
          <a:off x="0" y="0"/>
          <a:ext cx="0" cy="0"/>
          <a:chOff x="0" y="0"/>
          <a:chExt cx="0" cy="0"/>
        </a:xfrm>
      </p:grpSpPr>
    </p:spTree>
    <p:extLst>
      <p:ext uri="{BB962C8B-B14F-4D97-AF65-F5344CB8AC3E}">
        <p14:creationId xmlns:p14="http://schemas.microsoft.com/office/powerpoint/2010/main" val="16598718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85E94-A4DC-AF99-6E52-834C9EE0631B}"/>
            </a:ext>
          </a:extLst>
        </p:cNvPr>
        <p:cNvGrpSpPr/>
        <p:nvPr/>
      </p:nvGrpSpPr>
      <p:grpSpPr>
        <a:xfrm>
          <a:off x="0" y="0"/>
          <a:ext cx="0" cy="0"/>
          <a:chOff x="0" y="0"/>
          <a:chExt cx="0" cy="0"/>
        </a:xfrm>
      </p:grpSpPr>
    </p:spTree>
    <p:extLst>
      <p:ext uri="{BB962C8B-B14F-4D97-AF65-F5344CB8AC3E}">
        <p14:creationId xmlns:p14="http://schemas.microsoft.com/office/powerpoint/2010/main" val="38832408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78AFB-F231-4DAE-1D59-81565096310F}"/>
            </a:ext>
          </a:extLst>
        </p:cNvPr>
        <p:cNvGrpSpPr/>
        <p:nvPr/>
      </p:nvGrpSpPr>
      <p:grpSpPr>
        <a:xfrm>
          <a:off x="0" y="0"/>
          <a:ext cx="0" cy="0"/>
          <a:chOff x="0" y="0"/>
          <a:chExt cx="0" cy="0"/>
        </a:xfrm>
      </p:grpSpPr>
    </p:spTree>
    <p:extLst>
      <p:ext uri="{BB962C8B-B14F-4D97-AF65-F5344CB8AC3E}">
        <p14:creationId xmlns:p14="http://schemas.microsoft.com/office/powerpoint/2010/main" val="364214405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D0AA-140B-8EA5-D466-EA4BA0F8D66F}"/>
            </a:ext>
          </a:extLst>
        </p:cNvPr>
        <p:cNvGrpSpPr/>
        <p:nvPr/>
      </p:nvGrpSpPr>
      <p:grpSpPr>
        <a:xfrm>
          <a:off x="0" y="0"/>
          <a:ext cx="0" cy="0"/>
          <a:chOff x="0" y="0"/>
          <a:chExt cx="0" cy="0"/>
        </a:xfrm>
      </p:grpSpPr>
    </p:spTree>
    <p:extLst>
      <p:ext uri="{BB962C8B-B14F-4D97-AF65-F5344CB8AC3E}">
        <p14:creationId xmlns:p14="http://schemas.microsoft.com/office/powerpoint/2010/main" val="23018128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C932-29E5-7E5A-4679-2A4BC014745B}"/>
            </a:ext>
          </a:extLst>
        </p:cNvPr>
        <p:cNvGrpSpPr/>
        <p:nvPr/>
      </p:nvGrpSpPr>
      <p:grpSpPr>
        <a:xfrm>
          <a:off x="0" y="0"/>
          <a:ext cx="0" cy="0"/>
          <a:chOff x="0" y="0"/>
          <a:chExt cx="0" cy="0"/>
        </a:xfrm>
      </p:grpSpPr>
    </p:spTree>
    <p:extLst>
      <p:ext uri="{BB962C8B-B14F-4D97-AF65-F5344CB8AC3E}">
        <p14:creationId xmlns:p14="http://schemas.microsoft.com/office/powerpoint/2010/main" val="267750079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6044B-5903-A610-C062-0E0C3462CF58}"/>
            </a:ext>
          </a:extLst>
        </p:cNvPr>
        <p:cNvGrpSpPr/>
        <p:nvPr/>
      </p:nvGrpSpPr>
      <p:grpSpPr>
        <a:xfrm>
          <a:off x="0" y="0"/>
          <a:ext cx="0" cy="0"/>
          <a:chOff x="0" y="0"/>
          <a:chExt cx="0" cy="0"/>
        </a:xfrm>
      </p:grpSpPr>
    </p:spTree>
    <p:extLst>
      <p:ext uri="{BB962C8B-B14F-4D97-AF65-F5344CB8AC3E}">
        <p14:creationId xmlns:p14="http://schemas.microsoft.com/office/powerpoint/2010/main" val="19641691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D9CC-2689-7F4F-2D17-893AC25766FA}"/>
            </a:ext>
          </a:extLst>
        </p:cNvPr>
        <p:cNvGrpSpPr/>
        <p:nvPr/>
      </p:nvGrpSpPr>
      <p:grpSpPr>
        <a:xfrm>
          <a:off x="0" y="0"/>
          <a:ext cx="0" cy="0"/>
          <a:chOff x="0" y="0"/>
          <a:chExt cx="0" cy="0"/>
        </a:xfrm>
      </p:grpSpPr>
    </p:spTree>
    <p:extLst>
      <p:ext uri="{BB962C8B-B14F-4D97-AF65-F5344CB8AC3E}">
        <p14:creationId xmlns:p14="http://schemas.microsoft.com/office/powerpoint/2010/main" val="401297589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A8F3-93FF-659A-681D-16655906415E}"/>
            </a:ext>
          </a:extLst>
        </p:cNvPr>
        <p:cNvGrpSpPr/>
        <p:nvPr/>
      </p:nvGrpSpPr>
      <p:grpSpPr>
        <a:xfrm>
          <a:off x="0" y="0"/>
          <a:ext cx="0" cy="0"/>
          <a:chOff x="0" y="0"/>
          <a:chExt cx="0" cy="0"/>
        </a:xfrm>
      </p:grpSpPr>
    </p:spTree>
    <p:extLst>
      <p:ext uri="{BB962C8B-B14F-4D97-AF65-F5344CB8AC3E}">
        <p14:creationId xmlns:p14="http://schemas.microsoft.com/office/powerpoint/2010/main" val="140465894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3AFF-0F29-50F9-E501-BDD55BEFB420}"/>
            </a:ext>
          </a:extLst>
        </p:cNvPr>
        <p:cNvGrpSpPr/>
        <p:nvPr/>
      </p:nvGrpSpPr>
      <p:grpSpPr>
        <a:xfrm>
          <a:off x="0" y="0"/>
          <a:ext cx="0" cy="0"/>
          <a:chOff x="0" y="0"/>
          <a:chExt cx="0" cy="0"/>
        </a:xfrm>
      </p:grpSpPr>
    </p:spTree>
    <p:extLst>
      <p:ext uri="{BB962C8B-B14F-4D97-AF65-F5344CB8AC3E}">
        <p14:creationId xmlns:p14="http://schemas.microsoft.com/office/powerpoint/2010/main" val="7613440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2DD43-D05A-F07C-121D-4F429A1D8B00}"/>
            </a:ext>
          </a:extLst>
        </p:cNvPr>
        <p:cNvGrpSpPr/>
        <p:nvPr/>
      </p:nvGrpSpPr>
      <p:grpSpPr>
        <a:xfrm>
          <a:off x="0" y="0"/>
          <a:ext cx="0" cy="0"/>
          <a:chOff x="0" y="0"/>
          <a:chExt cx="0" cy="0"/>
        </a:xfrm>
      </p:grpSpPr>
    </p:spTree>
    <p:extLst>
      <p:ext uri="{BB962C8B-B14F-4D97-AF65-F5344CB8AC3E}">
        <p14:creationId xmlns:p14="http://schemas.microsoft.com/office/powerpoint/2010/main" val="107587061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0FBCD-0243-021A-D691-8F7305A48C60}"/>
            </a:ext>
          </a:extLst>
        </p:cNvPr>
        <p:cNvGrpSpPr/>
        <p:nvPr/>
      </p:nvGrpSpPr>
      <p:grpSpPr>
        <a:xfrm>
          <a:off x="0" y="0"/>
          <a:ext cx="0" cy="0"/>
          <a:chOff x="0" y="0"/>
          <a:chExt cx="0" cy="0"/>
        </a:xfrm>
      </p:grpSpPr>
    </p:spTree>
    <p:extLst>
      <p:ext uri="{BB962C8B-B14F-4D97-AF65-F5344CB8AC3E}">
        <p14:creationId xmlns:p14="http://schemas.microsoft.com/office/powerpoint/2010/main" val="288774353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112D-FEA8-219A-3CB6-E53B3EEA7376}"/>
            </a:ext>
          </a:extLst>
        </p:cNvPr>
        <p:cNvGrpSpPr/>
        <p:nvPr/>
      </p:nvGrpSpPr>
      <p:grpSpPr>
        <a:xfrm>
          <a:off x="0" y="0"/>
          <a:ext cx="0" cy="0"/>
          <a:chOff x="0" y="0"/>
          <a:chExt cx="0" cy="0"/>
        </a:xfrm>
      </p:grpSpPr>
    </p:spTree>
    <p:extLst>
      <p:ext uri="{BB962C8B-B14F-4D97-AF65-F5344CB8AC3E}">
        <p14:creationId xmlns:p14="http://schemas.microsoft.com/office/powerpoint/2010/main" val="60918710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7251-9955-6C7E-7BB8-94893A8411BF}"/>
            </a:ext>
          </a:extLst>
        </p:cNvPr>
        <p:cNvGrpSpPr/>
        <p:nvPr/>
      </p:nvGrpSpPr>
      <p:grpSpPr>
        <a:xfrm>
          <a:off x="0" y="0"/>
          <a:ext cx="0" cy="0"/>
          <a:chOff x="0" y="0"/>
          <a:chExt cx="0" cy="0"/>
        </a:xfrm>
      </p:grpSpPr>
    </p:spTree>
    <p:extLst>
      <p:ext uri="{BB962C8B-B14F-4D97-AF65-F5344CB8AC3E}">
        <p14:creationId xmlns:p14="http://schemas.microsoft.com/office/powerpoint/2010/main" val="18526856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C715-65FA-2A19-3AC5-BDD332FD9D14}"/>
            </a:ext>
          </a:extLst>
        </p:cNvPr>
        <p:cNvGrpSpPr/>
        <p:nvPr/>
      </p:nvGrpSpPr>
      <p:grpSpPr>
        <a:xfrm>
          <a:off x="0" y="0"/>
          <a:ext cx="0" cy="0"/>
          <a:chOff x="0" y="0"/>
          <a:chExt cx="0" cy="0"/>
        </a:xfrm>
      </p:grpSpPr>
    </p:spTree>
    <p:extLst>
      <p:ext uri="{BB962C8B-B14F-4D97-AF65-F5344CB8AC3E}">
        <p14:creationId xmlns:p14="http://schemas.microsoft.com/office/powerpoint/2010/main" val="349232802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8AB73-3DA5-3A7A-11B8-3D75D6BF861A}"/>
            </a:ext>
          </a:extLst>
        </p:cNvPr>
        <p:cNvGrpSpPr/>
        <p:nvPr/>
      </p:nvGrpSpPr>
      <p:grpSpPr>
        <a:xfrm>
          <a:off x="0" y="0"/>
          <a:ext cx="0" cy="0"/>
          <a:chOff x="0" y="0"/>
          <a:chExt cx="0" cy="0"/>
        </a:xfrm>
      </p:grpSpPr>
    </p:spTree>
    <p:extLst>
      <p:ext uri="{BB962C8B-B14F-4D97-AF65-F5344CB8AC3E}">
        <p14:creationId xmlns:p14="http://schemas.microsoft.com/office/powerpoint/2010/main" val="225268010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D1CD-0863-8D1A-7B43-C3EDCCFC75AB}"/>
            </a:ext>
          </a:extLst>
        </p:cNvPr>
        <p:cNvGrpSpPr/>
        <p:nvPr/>
      </p:nvGrpSpPr>
      <p:grpSpPr>
        <a:xfrm>
          <a:off x="0" y="0"/>
          <a:ext cx="0" cy="0"/>
          <a:chOff x="0" y="0"/>
          <a:chExt cx="0" cy="0"/>
        </a:xfrm>
      </p:grpSpPr>
    </p:spTree>
    <p:extLst>
      <p:ext uri="{BB962C8B-B14F-4D97-AF65-F5344CB8AC3E}">
        <p14:creationId xmlns:p14="http://schemas.microsoft.com/office/powerpoint/2010/main" val="79946866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B63B-497D-E41F-ECEA-E0FCCA84FF26}"/>
            </a:ext>
          </a:extLst>
        </p:cNvPr>
        <p:cNvGrpSpPr/>
        <p:nvPr/>
      </p:nvGrpSpPr>
      <p:grpSpPr>
        <a:xfrm>
          <a:off x="0" y="0"/>
          <a:ext cx="0" cy="0"/>
          <a:chOff x="0" y="0"/>
          <a:chExt cx="0" cy="0"/>
        </a:xfrm>
      </p:grpSpPr>
    </p:spTree>
    <p:extLst>
      <p:ext uri="{BB962C8B-B14F-4D97-AF65-F5344CB8AC3E}">
        <p14:creationId xmlns:p14="http://schemas.microsoft.com/office/powerpoint/2010/main" val="261914839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85837-E26F-FF32-9F59-261446C50064}"/>
            </a:ext>
          </a:extLst>
        </p:cNvPr>
        <p:cNvGrpSpPr/>
        <p:nvPr/>
      </p:nvGrpSpPr>
      <p:grpSpPr>
        <a:xfrm>
          <a:off x="0" y="0"/>
          <a:ext cx="0" cy="0"/>
          <a:chOff x="0" y="0"/>
          <a:chExt cx="0" cy="0"/>
        </a:xfrm>
      </p:grpSpPr>
    </p:spTree>
    <p:extLst>
      <p:ext uri="{BB962C8B-B14F-4D97-AF65-F5344CB8AC3E}">
        <p14:creationId xmlns:p14="http://schemas.microsoft.com/office/powerpoint/2010/main" val="37855433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B4C15-0DA0-947E-6274-4C52C7D6D4E7}"/>
            </a:ext>
          </a:extLst>
        </p:cNvPr>
        <p:cNvGrpSpPr/>
        <p:nvPr/>
      </p:nvGrpSpPr>
      <p:grpSpPr>
        <a:xfrm>
          <a:off x="0" y="0"/>
          <a:ext cx="0" cy="0"/>
          <a:chOff x="0" y="0"/>
          <a:chExt cx="0" cy="0"/>
        </a:xfrm>
      </p:grpSpPr>
    </p:spTree>
    <p:extLst>
      <p:ext uri="{BB962C8B-B14F-4D97-AF65-F5344CB8AC3E}">
        <p14:creationId xmlns:p14="http://schemas.microsoft.com/office/powerpoint/2010/main" val="18695816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EE54B-7B11-C29E-99C2-A2000966FC91}"/>
            </a:ext>
          </a:extLst>
        </p:cNvPr>
        <p:cNvGrpSpPr/>
        <p:nvPr/>
      </p:nvGrpSpPr>
      <p:grpSpPr>
        <a:xfrm>
          <a:off x="0" y="0"/>
          <a:ext cx="0" cy="0"/>
          <a:chOff x="0" y="0"/>
          <a:chExt cx="0" cy="0"/>
        </a:xfrm>
      </p:grpSpPr>
    </p:spTree>
    <p:extLst>
      <p:ext uri="{BB962C8B-B14F-4D97-AF65-F5344CB8AC3E}">
        <p14:creationId xmlns:p14="http://schemas.microsoft.com/office/powerpoint/2010/main" val="24407233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7F75-1CDC-FF53-9C3E-F54921FF10ED}"/>
            </a:ext>
          </a:extLst>
        </p:cNvPr>
        <p:cNvGrpSpPr/>
        <p:nvPr/>
      </p:nvGrpSpPr>
      <p:grpSpPr>
        <a:xfrm>
          <a:off x="0" y="0"/>
          <a:ext cx="0" cy="0"/>
          <a:chOff x="0" y="0"/>
          <a:chExt cx="0" cy="0"/>
        </a:xfrm>
      </p:grpSpPr>
    </p:spTree>
    <p:extLst>
      <p:ext uri="{BB962C8B-B14F-4D97-AF65-F5344CB8AC3E}">
        <p14:creationId xmlns:p14="http://schemas.microsoft.com/office/powerpoint/2010/main" val="12453338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5A33-0945-EBDE-D813-46D334593716}"/>
            </a:ext>
          </a:extLst>
        </p:cNvPr>
        <p:cNvGrpSpPr/>
        <p:nvPr/>
      </p:nvGrpSpPr>
      <p:grpSpPr>
        <a:xfrm>
          <a:off x="0" y="0"/>
          <a:ext cx="0" cy="0"/>
          <a:chOff x="0" y="0"/>
          <a:chExt cx="0" cy="0"/>
        </a:xfrm>
      </p:grpSpPr>
    </p:spTree>
    <p:extLst>
      <p:ext uri="{BB962C8B-B14F-4D97-AF65-F5344CB8AC3E}">
        <p14:creationId xmlns:p14="http://schemas.microsoft.com/office/powerpoint/2010/main" val="152515285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CDBAD-3939-165C-F0B1-363AE242737C}"/>
            </a:ext>
          </a:extLst>
        </p:cNvPr>
        <p:cNvGrpSpPr/>
        <p:nvPr/>
      </p:nvGrpSpPr>
      <p:grpSpPr>
        <a:xfrm>
          <a:off x="0" y="0"/>
          <a:ext cx="0" cy="0"/>
          <a:chOff x="0" y="0"/>
          <a:chExt cx="0" cy="0"/>
        </a:xfrm>
      </p:grpSpPr>
    </p:spTree>
    <p:extLst>
      <p:ext uri="{BB962C8B-B14F-4D97-AF65-F5344CB8AC3E}">
        <p14:creationId xmlns:p14="http://schemas.microsoft.com/office/powerpoint/2010/main" val="61471029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39A8-E58D-68BF-3452-B9C85730A53B}"/>
            </a:ext>
          </a:extLst>
        </p:cNvPr>
        <p:cNvGrpSpPr/>
        <p:nvPr/>
      </p:nvGrpSpPr>
      <p:grpSpPr>
        <a:xfrm>
          <a:off x="0" y="0"/>
          <a:ext cx="0" cy="0"/>
          <a:chOff x="0" y="0"/>
          <a:chExt cx="0" cy="0"/>
        </a:xfrm>
      </p:grpSpPr>
    </p:spTree>
    <p:extLst>
      <p:ext uri="{BB962C8B-B14F-4D97-AF65-F5344CB8AC3E}">
        <p14:creationId xmlns:p14="http://schemas.microsoft.com/office/powerpoint/2010/main" val="104606359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A7742-D8D2-DE64-1CE1-FED1BCDA6A2E}"/>
            </a:ext>
          </a:extLst>
        </p:cNvPr>
        <p:cNvGrpSpPr/>
        <p:nvPr/>
      </p:nvGrpSpPr>
      <p:grpSpPr>
        <a:xfrm>
          <a:off x="0" y="0"/>
          <a:ext cx="0" cy="0"/>
          <a:chOff x="0" y="0"/>
          <a:chExt cx="0" cy="0"/>
        </a:xfrm>
      </p:grpSpPr>
    </p:spTree>
    <p:extLst>
      <p:ext uri="{BB962C8B-B14F-4D97-AF65-F5344CB8AC3E}">
        <p14:creationId xmlns:p14="http://schemas.microsoft.com/office/powerpoint/2010/main" val="9242351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71BA-A8E9-18EF-6859-D858ADE332B2}"/>
            </a:ext>
          </a:extLst>
        </p:cNvPr>
        <p:cNvGrpSpPr/>
        <p:nvPr/>
      </p:nvGrpSpPr>
      <p:grpSpPr>
        <a:xfrm>
          <a:off x="0" y="0"/>
          <a:ext cx="0" cy="0"/>
          <a:chOff x="0" y="0"/>
          <a:chExt cx="0" cy="0"/>
        </a:xfrm>
      </p:grpSpPr>
    </p:spTree>
    <p:extLst>
      <p:ext uri="{BB962C8B-B14F-4D97-AF65-F5344CB8AC3E}">
        <p14:creationId xmlns:p14="http://schemas.microsoft.com/office/powerpoint/2010/main" val="69627378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28532-0B6E-D71C-CD53-DD6A71C9241D}"/>
            </a:ext>
          </a:extLst>
        </p:cNvPr>
        <p:cNvGrpSpPr/>
        <p:nvPr/>
      </p:nvGrpSpPr>
      <p:grpSpPr>
        <a:xfrm>
          <a:off x="0" y="0"/>
          <a:ext cx="0" cy="0"/>
          <a:chOff x="0" y="0"/>
          <a:chExt cx="0" cy="0"/>
        </a:xfrm>
      </p:grpSpPr>
    </p:spTree>
    <p:extLst>
      <p:ext uri="{BB962C8B-B14F-4D97-AF65-F5344CB8AC3E}">
        <p14:creationId xmlns:p14="http://schemas.microsoft.com/office/powerpoint/2010/main" val="319028548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8456D-E09D-4016-54CA-9A870A34BDF7}"/>
            </a:ext>
          </a:extLst>
        </p:cNvPr>
        <p:cNvGrpSpPr/>
        <p:nvPr/>
      </p:nvGrpSpPr>
      <p:grpSpPr>
        <a:xfrm>
          <a:off x="0" y="0"/>
          <a:ext cx="0" cy="0"/>
          <a:chOff x="0" y="0"/>
          <a:chExt cx="0" cy="0"/>
        </a:xfrm>
      </p:grpSpPr>
    </p:spTree>
    <p:extLst>
      <p:ext uri="{BB962C8B-B14F-4D97-AF65-F5344CB8AC3E}">
        <p14:creationId xmlns:p14="http://schemas.microsoft.com/office/powerpoint/2010/main" val="400466599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2439-9D0F-EC53-6AB7-817E9110F68E}"/>
            </a:ext>
          </a:extLst>
        </p:cNvPr>
        <p:cNvGrpSpPr/>
        <p:nvPr/>
      </p:nvGrpSpPr>
      <p:grpSpPr>
        <a:xfrm>
          <a:off x="0" y="0"/>
          <a:ext cx="0" cy="0"/>
          <a:chOff x="0" y="0"/>
          <a:chExt cx="0" cy="0"/>
        </a:xfrm>
      </p:grpSpPr>
    </p:spTree>
    <p:extLst>
      <p:ext uri="{BB962C8B-B14F-4D97-AF65-F5344CB8AC3E}">
        <p14:creationId xmlns:p14="http://schemas.microsoft.com/office/powerpoint/2010/main" val="147848674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3B518-0D5B-4949-30A3-5740A04B42FE}"/>
            </a:ext>
          </a:extLst>
        </p:cNvPr>
        <p:cNvGrpSpPr/>
        <p:nvPr/>
      </p:nvGrpSpPr>
      <p:grpSpPr>
        <a:xfrm>
          <a:off x="0" y="0"/>
          <a:ext cx="0" cy="0"/>
          <a:chOff x="0" y="0"/>
          <a:chExt cx="0" cy="0"/>
        </a:xfrm>
      </p:grpSpPr>
    </p:spTree>
    <p:extLst>
      <p:ext uri="{BB962C8B-B14F-4D97-AF65-F5344CB8AC3E}">
        <p14:creationId xmlns:p14="http://schemas.microsoft.com/office/powerpoint/2010/main" val="155570583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C844-19E0-40CF-88F4-C87EA3DAAB4D}"/>
            </a:ext>
          </a:extLst>
        </p:cNvPr>
        <p:cNvGrpSpPr/>
        <p:nvPr/>
      </p:nvGrpSpPr>
      <p:grpSpPr>
        <a:xfrm>
          <a:off x="0" y="0"/>
          <a:ext cx="0" cy="0"/>
          <a:chOff x="0" y="0"/>
          <a:chExt cx="0" cy="0"/>
        </a:xfrm>
      </p:grpSpPr>
    </p:spTree>
    <p:extLst>
      <p:ext uri="{BB962C8B-B14F-4D97-AF65-F5344CB8AC3E}">
        <p14:creationId xmlns:p14="http://schemas.microsoft.com/office/powerpoint/2010/main" val="66286132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4E8EB-D73F-91D1-A2D3-0B39E2FAF766}"/>
            </a:ext>
          </a:extLst>
        </p:cNvPr>
        <p:cNvGrpSpPr/>
        <p:nvPr/>
      </p:nvGrpSpPr>
      <p:grpSpPr>
        <a:xfrm>
          <a:off x="0" y="0"/>
          <a:ext cx="0" cy="0"/>
          <a:chOff x="0" y="0"/>
          <a:chExt cx="0" cy="0"/>
        </a:xfrm>
      </p:grpSpPr>
    </p:spTree>
    <p:extLst>
      <p:ext uri="{BB962C8B-B14F-4D97-AF65-F5344CB8AC3E}">
        <p14:creationId xmlns:p14="http://schemas.microsoft.com/office/powerpoint/2010/main" val="117962482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B88E-C62F-527F-FAF5-EC8221438ED3}"/>
            </a:ext>
          </a:extLst>
        </p:cNvPr>
        <p:cNvGrpSpPr/>
        <p:nvPr/>
      </p:nvGrpSpPr>
      <p:grpSpPr>
        <a:xfrm>
          <a:off x="0" y="0"/>
          <a:ext cx="0" cy="0"/>
          <a:chOff x="0" y="0"/>
          <a:chExt cx="0" cy="0"/>
        </a:xfrm>
      </p:grpSpPr>
    </p:spTree>
    <p:extLst>
      <p:ext uri="{BB962C8B-B14F-4D97-AF65-F5344CB8AC3E}">
        <p14:creationId xmlns:p14="http://schemas.microsoft.com/office/powerpoint/2010/main" val="62640974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6DB8-FF5F-0430-6FE8-F41ACC5CC541}"/>
            </a:ext>
          </a:extLst>
        </p:cNvPr>
        <p:cNvGrpSpPr/>
        <p:nvPr/>
      </p:nvGrpSpPr>
      <p:grpSpPr>
        <a:xfrm>
          <a:off x="0" y="0"/>
          <a:ext cx="0" cy="0"/>
          <a:chOff x="0" y="0"/>
          <a:chExt cx="0" cy="0"/>
        </a:xfrm>
      </p:grpSpPr>
    </p:spTree>
    <p:extLst>
      <p:ext uri="{BB962C8B-B14F-4D97-AF65-F5344CB8AC3E}">
        <p14:creationId xmlns:p14="http://schemas.microsoft.com/office/powerpoint/2010/main" val="378209604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A0E6A-6221-8094-0810-13E5E5A8C701}"/>
            </a:ext>
          </a:extLst>
        </p:cNvPr>
        <p:cNvGrpSpPr/>
        <p:nvPr/>
      </p:nvGrpSpPr>
      <p:grpSpPr>
        <a:xfrm>
          <a:off x="0" y="0"/>
          <a:ext cx="0" cy="0"/>
          <a:chOff x="0" y="0"/>
          <a:chExt cx="0" cy="0"/>
        </a:xfrm>
      </p:grpSpPr>
    </p:spTree>
    <p:extLst>
      <p:ext uri="{BB962C8B-B14F-4D97-AF65-F5344CB8AC3E}">
        <p14:creationId xmlns:p14="http://schemas.microsoft.com/office/powerpoint/2010/main" val="19224623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0642-9EBD-A6BC-AAE8-BDB51BF46CB0}"/>
            </a:ext>
          </a:extLst>
        </p:cNvPr>
        <p:cNvGrpSpPr/>
        <p:nvPr/>
      </p:nvGrpSpPr>
      <p:grpSpPr>
        <a:xfrm>
          <a:off x="0" y="0"/>
          <a:ext cx="0" cy="0"/>
          <a:chOff x="0" y="0"/>
          <a:chExt cx="0" cy="0"/>
        </a:xfrm>
      </p:grpSpPr>
    </p:spTree>
    <p:extLst>
      <p:ext uri="{BB962C8B-B14F-4D97-AF65-F5344CB8AC3E}">
        <p14:creationId xmlns:p14="http://schemas.microsoft.com/office/powerpoint/2010/main" val="33134772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093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0</Words>
  <Application>Microsoft Office PowerPoint</Application>
  <PresentationFormat>Widescreen</PresentationFormat>
  <Paragraphs>0</Paragraphs>
  <Slides>177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177</vt:i4>
      </vt:variant>
    </vt:vector>
  </HeadingPairs>
  <TitlesOfParts>
    <vt:vector size="18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Dipak Pulami Magar</dc:creator>
  <cp:lastModifiedBy>Dipak Pulami Magar</cp:lastModifiedBy>
  <cp:revision>2</cp:revision>
  <dcterms:created xsi:type="dcterms:W3CDTF">2026-02-06T13:12:23Z</dcterms:created>
  <dcterms:modified xsi:type="dcterms:W3CDTF">2026-02-06T13:25:28Z</dcterms:modified>
</cp:coreProperties>
</file>