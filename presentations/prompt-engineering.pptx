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A2144-9489-84BF-6E89-70308D8D33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4879C-B6DB-4FEF-AEE2-ACCBEC949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46C82-6A87-CFD1-D2CA-7C2D605D7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5A318-373D-494D-B37B-E90ED458D4F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A61A3-5F00-16D7-7678-EB7559BB4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C3B07-BAD5-2F0E-8AC0-B13607A39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D394-983F-4D97-9CBB-583E5A1E0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232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7087E-2141-DF8B-7FDC-B8B1EE0E4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2465E-52BE-E19F-CA3D-6FFB37391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2DA77-B057-A325-7D94-9F6F45C78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5A318-373D-494D-B37B-E90ED458D4F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27E24-DB50-7A54-593A-C296BB1DF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A8A98-65F1-9996-19AC-D330B7D19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D394-983F-4D97-9CBB-583E5A1E0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66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A0C38-C47E-5090-7CD7-90CDD5F2E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D41C0-B6CE-70C5-BD8B-E669419E3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51154-A467-423F-FC63-1C7D85697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5A318-373D-494D-B37B-E90ED458D4F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D50F2-1990-FE4E-945B-9E2BC0252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E4B14-7D03-0626-FE04-5E4961102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D394-983F-4D97-9CBB-583E5A1E0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13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79A1-9A1A-6309-F358-BF88E2AB4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9E266-22C4-BDFE-7AE9-B76C20694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5D29C4-F9BB-DFEC-1798-2CBFDD3AE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33AEF0-990F-140C-D14E-CEECD0953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5A318-373D-494D-B37B-E90ED458D4F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F43A3-A9F9-7744-1C35-7F639AD98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B4A0E-D67A-657A-4CD5-309A1DF87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D394-983F-4D97-9CBB-583E5A1E0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68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1911A-37AB-FE78-A273-75105A2EA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B662E-68D4-B9B6-A2AB-7572403D6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18DAE9-D02C-48B2-FA0D-9966F5B2F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7CB6DA-9197-8A7D-8D10-B4464F454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8D5A71-8010-8ACC-3045-56373669F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7D1A74-9601-8AF3-9D18-0EE231328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5A318-373D-494D-B37B-E90ED458D4F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812000-2295-5194-DF15-CD31D51A8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138614-70D7-8FDF-7102-138CF0E88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D394-983F-4D97-9CBB-583E5A1E0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860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38FAA-97C2-7CF9-1DFF-ECD85448F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131FDE-2AAE-A53C-D107-904352568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5A318-373D-494D-B37B-E90ED458D4F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3B25CF-BD1D-48C4-A9D8-8A6DD9352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F304B-BE0A-6FDB-9DF0-73DBA1B84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D394-983F-4D97-9CBB-583E5A1E0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60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D7CFFF-D517-4884-4422-2BBC94A25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5A318-373D-494D-B37B-E90ED458D4F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D768AD-59D6-8A1A-B45B-FE04E5B00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5CC84-38AA-7AF1-5C6F-5E443991F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D394-983F-4D97-9CBB-583E5A1E0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850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44AAB-317A-8DF7-9A88-06B41A42A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38BD8-BC20-0F71-9C8B-AF6DE4918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50D20-9255-E9F5-4AE5-EF23CC2AC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D07D2C-C301-28E8-2AC6-D03E6377F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5A318-373D-494D-B37B-E90ED458D4F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47729-746A-605D-42E6-A995E52EF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9A87D-B2E8-AC32-01ED-8B7D54D60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D394-983F-4D97-9CBB-583E5A1E0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842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104A1-7082-B2CA-C3C8-90CFD5D40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C09751-B5BF-F5FE-618F-0EB3DD2C34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4DC0C1-C5F9-8E32-00A8-52466FE25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5291B-33CB-A353-A5E6-202C7407D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5A318-373D-494D-B37B-E90ED458D4F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BE907-556E-6ADB-ECD9-5981E0BD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077E3-B0B5-F55F-9D83-389437D1B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D394-983F-4D97-9CBB-583E5A1E0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408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B8848-C5CE-DAD0-0890-5F00A6522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72BAB-1B4A-0579-8F6E-687FACBA1C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FF5A8-601F-657D-7A83-51DFCEC17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5A318-373D-494D-B37B-E90ED458D4F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C2F8A-5036-9584-897E-C40BD6C09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866A9-005C-D631-2372-6FAA8AB9D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D394-983F-4D97-9CBB-583E5A1E0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857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2EDDD6-99F1-6C6F-64F6-CE7F23112D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BA1604-50BE-A062-F1E6-C4BE53D67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512C0-BF1D-155C-9131-1285F9FCA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5A318-373D-494D-B37B-E90ED458D4F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86782-E805-3AFC-3838-E73C043CB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810D6-FA3D-18A6-7445-D12880825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3D394-983F-4D97-9CBB-583E5A1E0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15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61DC81-3F10-A5B2-2BA0-4D00E5B1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9A426-EA8C-A401-9707-AC6DC358F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CA031-2813-21DE-10B6-04989575B4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D5A318-373D-494D-B37B-E90ED458D4F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0F52D-9E0F-62A4-3EE5-A15B245B0A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0C65C-0D60-41F7-6897-6F9315012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D3D394-983F-4D97-9CBB-583E5A1E0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39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91BA0-9A7E-24EB-2D18-AA4A4839D3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36E5A-1B80-1FA5-A9AE-4B3E41815E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422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y be a graphic of text">
            <a:extLst>
              <a:ext uri="{FF2B5EF4-FFF2-40B4-BE49-F238E27FC236}">
                <a16:creationId xmlns:a16="http://schemas.microsoft.com/office/drawing/2014/main" id="{D65D5436-9FE5-00D2-B0F5-1DEE87335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0"/>
            <a:ext cx="5486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980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ay be a graphic of ‎phone and ‎text that says &quot;‎2025 2026 ChatGPT AI Claude G Google XAI 自自管管管 E Grok Keyboard |0 Wispr Ideogram nano Nano Banana r Microsoft PowerPoint ي Gamma G Scholar Google ה NotebookLM Pr Adobe Premiere opusclip Other Granola‎&quot;‎‎">
            <a:extLst>
              <a:ext uri="{FF2B5EF4-FFF2-40B4-BE49-F238E27FC236}">
                <a16:creationId xmlns:a16="http://schemas.microsoft.com/office/drawing/2014/main" id="{73886E22-95A7-29B9-749D-1A22C00DC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75" y="0"/>
            <a:ext cx="55054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8634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A2668-18E4-7158-D485-8D654CD41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7505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4DC61-A5A9-CFD7-4E83-98BAA5B72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521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EB1D3-E43E-900B-A2B3-D312FE0FB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4680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Dipak Pulami Magar</dc:creator>
  <cp:lastModifiedBy>Dipak Pulami Magar</cp:lastModifiedBy>
  <cp:revision>1</cp:revision>
  <dcterms:created xsi:type="dcterms:W3CDTF">2026-02-04T09:15:52Z</dcterms:created>
  <dcterms:modified xsi:type="dcterms:W3CDTF">2026-02-04T09:16:14Z</dcterms:modified>
</cp:coreProperties>
</file>