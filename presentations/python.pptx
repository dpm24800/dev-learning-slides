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CC692-35B4-FA30-11C3-1229CD72F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5623C-FE72-FF32-952B-A906159AE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AD22F-B3AF-8A66-606B-14BED35DC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A1C6-6DC4-422F-91B7-936FF5C27A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CBB52-63EB-9DC9-E753-718FCB524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CE0E0-32B0-6AE2-D6B4-17A6E761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323A-D0E3-4A85-AAC6-0AD6E85D3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8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340DB-73AA-E7A1-7FC2-F443D28A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DBA55-29EA-5707-D7AF-5A694C505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26CBD-4D1E-645A-D2CF-1C59A39F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A1C6-6DC4-422F-91B7-936FF5C27A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69CC9-AEE5-7BC4-34F6-2B3F55D1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82685-12B0-896C-91C1-AF3F089D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323A-D0E3-4A85-AAC6-0AD6E85D3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5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2434-1906-3013-4DA2-ABBBD7D5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8DA80-CAFC-EC4A-68AB-462EADDFD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68EE8-7E48-4781-A1EE-45EF796D2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A1C6-6DC4-422F-91B7-936FF5C27A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DBD41-B9F9-435F-C7AD-E3CDB191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D0BA-B75E-9674-F6FD-103E688E5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323A-D0E3-4A85-AAC6-0AD6E85D3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33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4319-CCDC-F139-46C3-D7996C6F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0696B-DBB8-4FDB-22AD-765CC9379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12562-7BDC-8496-D391-1F7D6D4C8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42D3B-3534-1B26-EB80-DAF4ACF6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A1C6-6DC4-422F-91B7-936FF5C27A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AA867-6A40-F494-D9BA-3E802157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3E91E-14A7-1497-B516-05DB9342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323A-D0E3-4A85-AAC6-0AD6E85D3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27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6D983-8B54-A1DE-8228-5333B2C85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5BB1F-666D-71D6-99AE-6A0E60F75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7E756-F0BC-B7C5-B77F-87D944386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70BFE-C181-D42E-1B66-D2AE53D04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78C37-0FC0-A838-8961-DE10A7216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FAF253-3B12-D79B-D3C7-D5E5FC79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A1C6-6DC4-422F-91B7-936FF5C27A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14F387-40C8-0188-67F7-4449720EF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A1B95D-B740-386A-D5A6-589F8321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323A-D0E3-4A85-AAC6-0AD6E85D3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9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8B79B-D102-E3BF-5118-7D68E2A3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D2B28-6195-C416-D968-C46DA3387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A1C6-6DC4-422F-91B7-936FF5C27A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D1105-097F-00F8-2D14-EDD27D39B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31090-1F83-829A-0ED2-C63C1E00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323A-D0E3-4A85-AAC6-0AD6E85D3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4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F5B71-1B1A-0C41-3B03-6285701E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A1C6-6DC4-422F-91B7-936FF5C27A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B09D1-C656-9F03-F1FF-A685C281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920A1-DEEA-297D-B984-0B19490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323A-D0E3-4A85-AAC6-0AD6E85D3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2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F4303-2BE2-4720-A306-9D34B375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F7C2-E02D-789C-3D90-4651274F8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C92CE-08DB-EA4B-AA29-275980307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8ED9D-1596-DB9B-E79E-CF9A34AB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A1C6-6DC4-422F-91B7-936FF5C27A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30BF6-95B5-69C1-3C31-6ECEC86AB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F9618-B1F5-8A51-568F-CF2E5992A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323A-D0E3-4A85-AAC6-0AD6E85D3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34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F0D5-D284-BEF1-01B4-C455E978E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95A538-8E00-78B6-B4E3-8EFE98638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A5880-EEF3-D5A3-3344-997526C74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6877F-CFF7-2510-1173-E1AAA29A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A1C6-6DC4-422F-91B7-936FF5C27A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8C929-2203-38D0-D214-E67CAA67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CA1E6-748C-D320-11CB-DBDAF84D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323A-D0E3-4A85-AAC6-0AD6E85D3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48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62E4-F9CA-182A-C623-06E4AF55B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49EBB-581A-BEDC-F48D-64016F429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49623-3AC6-8237-9E06-B9BDD5D7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A1C6-6DC4-422F-91B7-936FF5C27A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665EC-B14F-8C2A-2BF8-CE28771E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D9BDE-A55D-B35B-288A-892401ED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323A-D0E3-4A85-AAC6-0AD6E85D3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71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FB9A53-82FE-D737-BA37-8A3EAF2040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98B17-71AF-5D04-47B5-5E9E51112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1764B-93BD-E4A4-4B33-BE0773D4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A1C6-6DC4-422F-91B7-936FF5C27A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FF976-5EDC-5ACB-5F47-3CF2E3C2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53676-C2E1-1BCD-FB8F-055785C2B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323A-D0E3-4A85-AAC6-0AD6E85D3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6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318CC2-CF38-95C7-AA86-DECB79954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444D8-C96C-269B-58AE-97F7FB209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0EE8A-442E-8E69-F31E-9086EAD86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5CA1C6-6DC4-422F-91B7-936FF5C27A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3D98C-2DEE-2F40-401D-F99E561BB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2AA68-2C89-F208-C00D-57D0C2D33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B323A-D0E3-4A85-AAC6-0AD6E85D3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5B7A-39B4-D6D1-EA4D-FAA513E9F8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4CF8A-FCE1-6B4B-DFEE-6CDDFE5D87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y be an image of text that says 'Python Cheat Sheet Basics print( Hello, Worldi&quot;) 10 Data Types type(x input( Enter value:&quot;) #Tuple =（1,2,3） {1,2,3} 3} {&quot;key&quot;: &quot;value&quot;} Conditionals ifx5: #Dictionary print( Greater than #Ifcondition Loops X==5: print(' print(&quot;Equals 5&quot;) else: #Else-if in range(5): print(i while 0: For print( Less than 5&quot;) Loop #Else =1 #Whileloop loop Functions def greet(name): f&quot;Hello &quot;He Define class {name} Classes class Person: def greet( greet(&quot;Alice&quot;) Alice&quot;) ): name #Call function #Constructor def greet( : .name} n(&quot;Bob&quot;) greet() File Operations with open( file.txt&quot;, content f.read() with open( Error Handlings asf: #ReadFile content try: 1/0 ZeroDivisionError: Error: #Tryblock #Handleexceptic finally: print(&quot;Done&quot;)'">
            <a:extLst>
              <a:ext uri="{FF2B5EF4-FFF2-40B4-BE49-F238E27FC236}">
                <a16:creationId xmlns:a16="http://schemas.microsoft.com/office/drawing/2014/main" id="{E0499D0B-2272-0CEA-EEF9-A5654E6A4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57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040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Dipak Pulami Magar</dc:creator>
  <cp:lastModifiedBy>Dipak Pulami Magar</cp:lastModifiedBy>
  <cp:revision>1</cp:revision>
  <dcterms:created xsi:type="dcterms:W3CDTF">2026-02-06T17:38:01Z</dcterms:created>
  <dcterms:modified xsi:type="dcterms:W3CDTF">2026-02-06T17:38:01Z</dcterms:modified>
</cp:coreProperties>
</file>