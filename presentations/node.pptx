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0C48-208C-5E45-15A4-F7A381F3A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31BB7-A679-737C-260F-F03A1F3D7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B4583-3A0C-E4B2-651E-855BA223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F4676-4714-1B38-AF81-B1782F9D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4A6EA-F648-455F-4A49-5241983E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3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D925-8867-3849-390C-0867396DE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E9949-5077-9F4D-6F94-AF494DF3C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D1B52-BC3D-1E9A-75C7-48D69E19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000F0-96A0-F500-AF97-770969DB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50D56-E8CA-4F55-CD8E-A341F3DC0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7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F86A-0B22-B6B3-8CC2-7AF994B8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0238E-DA83-C031-47AC-2027C3BB6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FB6E-D746-127D-7EF2-3CA835F3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D76DB-7419-C1A2-4FEA-45F44B2E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2D2F5-D360-D9C5-B710-A3EE923F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F6D8-F3F9-13E1-9022-42FCAAF1C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80CE-7FA3-C175-6AE2-C456C9261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D89A9-E959-6DB2-5CFA-D915C132B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BCC33-359B-74BC-096C-CB482399C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59B9F-3E91-3388-4E88-C0C118CE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7DF30-9919-2DF0-7A16-8BF6866B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7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6CFE3-4C3D-598C-B8DB-0B8818411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A4D62-DC12-1B1F-0CED-502C55020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A2502-5EA6-5E89-184C-71775B656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8188A-F551-B6BD-359C-0E3184579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F949C4-8860-26DF-D113-D8E99A67E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AC7BA-3690-B64E-5B44-EECB7B8B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9D160-146D-D212-2F85-2860FB331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D5CE9E-FDB3-91E9-7387-7D274F30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7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14C3C-D80A-0014-65A3-FEF1D9A1D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AF802-DAEC-3195-E278-9CCA20FB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04FBC-6D98-EACB-4999-02419BC2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0424C-138E-DF08-6EAB-74D3C100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9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F7C2D1-56F4-A59A-A5AD-86B6D8567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15497-3DDC-1C37-1C02-2B59EC7B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C7C55-6471-8DB3-1499-D7D2E8C1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2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2E0A-28F8-5F0B-64FE-85940CEE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ED594-3EA0-F43E-8550-81BB6881A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313AA-E4C7-3B86-289F-07DCFD780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E5326-F27A-84FE-EE47-41F84E254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0275C-331D-9BB1-5D9E-CEC2C6DB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D0F94-E0A7-AEA9-EB5D-B0EF6F8B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61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9A054-F02F-150D-FC85-2A490ACEF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463D0B-817A-E77C-DFE2-ABF563667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EFF86-B0BD-3542-D6EA-2A3CADAC7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755DD-17B4-9198-0535-61970A0C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3A95E-9A7A-DA4A-461B-3CC6214F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CD4AF-8FD5-48CA-24F6-2C9F4FECD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7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743F-09EB-FD05-6507-0BB4E851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98DFF-0433-BC5D-9027-685EAA2B0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572D1-28F1-7754-BD7E-7AD47B054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50BD9-12D2-8D64-0A18-FB68AE6E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362BE-F3F9-20B3-1B47-23614313B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96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9B6D7-716D-AB8A-B324-A6E2245B8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51888-288E-9497-988A-CFAF3CEA2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5C07B-A10A-AD51-7D6B-29BEC71D3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3B0FD-962A-224E-E4B0-44B657698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EB13-1A99-977E-49C1-6E1DC59CB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0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6023ED-F3D2-4912-A38F-2AB8C277E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22234-6974-1A8E-EEC5-AEF6BC8D9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84DD1-875A-5821-16AC-23B4B5C68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9950F-0582-4E32-BF80-20A116E3ABC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A19A3-EF51-E8A8-1C17-947B7C2D9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31B59-A243-90A4-6E2A-80CF4E260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7D2CF-01C0-4C22-8D75-A923E880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5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53D1-33C4-D5CB-A1E3-2917A46F94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A77D3-5D3E-310A-4F99-D2A72ED2A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35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y be a graphic of ‎text that says '‎Node.js Cheat Sheet s.com ទ S.com US EzTecherp Scanned with بان Scannedwil:CarSeanner CamScanner CS CamScanner‎'‎">
            <a:extLst>
              <a:ext uri="{FF2B5EF4-FFF2-40B4-BE49-F238E27FC236}">
                <a16:creationId xmlns:a16="http://schemas.microsoft.com/office/drawing/2014/main" id="{B21920AE-20D1-6101-E9A2-28B5E7058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06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y be an image of ‎text that says '‎1. Setup &amp; Run node-v -۷ node npm init -y node index js run # check version #create package json Sslins.con # file 2. Core Modules const fs require( ;('ש' const path require( 'path'); const require( os') os Reading file fs.readFile('file.t file.txt', console.log(data); data); console }): 'utf8', (err, data) data)=&gt;{ =&gt; { //Writingfile Writing file fs.writeFile( fs.writeFile('file.txt' file. 'file.txt' 'Hello Node' (ဂ) {}); Comment &quot;Node&quot; for Full PDF 01 Scanned with CamScanner CS CamScanner‎'‎">
            <a:extLst>
              <a:ext uri="{FF2B5EF4-FFF2-40B4-BE49-F238E27FC236}">
                <a16:creationId xmlns:a16="http://schemas.microsoft.com/office/drawing/2014/main" id="{6DC532B3-F553-A773-6F06-FC9513D07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218" y="0"/>
            <a:ext cx="4706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576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0D95B-A730-BB89-6299-AF5FD3AA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y be an image of text that says '6. REST API with Express app.get( app .get(' /users' getUsers); app.post( post( /users' addUser); app. app. app.put(' put( /users/: updateUser); app p.delete( /users/ :id' deleteUser); }; const const str obj 7. Working with JSON const data name: &quot;Node&quot; version: &quot;18&quot; JSON. JSON.parse(str); JSON -ល.0 8. Module System wwm BeTedsa utils.js function greet(name) return Hello ${name}; JSON.stringify(data); greet; /1 index.js const greet require(' ./utils'); ); console.1og(greet( .log(greet Nikhil )); console. module. ule.exports 03 Scanned with CamScanner cs CamScanner'">
            <a:extLst>
              <a:ext uri="{FF2B5EF4-FFF2-40B4-BE49-F238E27FC236}">
                <a16:creationId xmlns:a16="http://schemas.microsoft.com/office/drawing/2014/main" id="{C31305ED-DAEE-B9B2-AA5A-E4DD986BF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06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y be an image of text that says '# .env file PORT=5000 5000 PORT 9. Environment index. require( dotenv' ).config(); console.log(process.env.PORT); console 10. Error Handling Variables :/ app.use((err, rea, , next) { res.status(500).send( status(500 .send({ message: err.message }); .message }); 11. File Uploads const mul multer const upload require( multer'); multer({ dest: 'uploads/' }); app.post( '/upload', upload. upload.single(' single( 'file'), res. res.send( File uploaded' }); (req, res) =&gt; { 04 Scanned with CamScanner CS CamScanner'">
            <a:extLst>
              <a:ext uri="{FF2B5EF4-FFF2-40B4-BE49-F238E27FC236}">
                <a16:creationId xmlns:a16="http://schemas.microsoft.com/office/drawing/2014/main" id="{B13D76D4-4D90-C45A-1F51-0915CF69A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178" y="0"/>
            <a:ext cx="4706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29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0213-38A9-90A1-C3B6-FB9DBC27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ay be a graphic of text that says '12. JWT Authentication const jwt require( jsonwebtoken'); const token jwt.sign({ id: }, 'secret' { expiresIn: '1h' }); jwt ver fy( token, 'secret' (err, decoded) { console. log decoded); }); 13. Async/ Await async function getData(){ { try { const res await fetch('url'); fetch( ម្យុនក្រ 'url'); const data await res. json(); catch (err) console. console.error(err); 14. Connecting to MongoDB const mongoose require( mongoose' mongoose. mongoose.connect( connect( mongodb: //localhost/test') .then(() &gt; console.log( 'Connected')) .catch(err console.error(err)); console Scanned 05 CamScanner CS CamScanner'">
            <a:extLst>
              <a:ext uri="{FF2B5EF4-FFF2-40B4-BE49-F238E27FC236}">
                <a16:creationId xmlns:a16="http://schemas.microsoft.com/office/drawing/2014/main" id="{3C62F577-1A3A-0A22-71C9-F63E6BDB4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78" y="0"/>
            <a:ext cx="4706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ay be a graphic of text that says '15. Events &amp; EventEmitter const EventEmitter reAи( require('events'); events const emitter new EventEmitter() emitter on( message' console. log( 'Message triggered') }); emitter.emitC'message'); emitter. message' 16. Nodemon npm install -D nodemon event (Auto-reload) ပွေကက con package. package.json son &quot;scripts&quot;: { &quot;dev&quot;: &quot;nodemon index index.js' js&quot; Comment &quot;Node&quot; Comment&quot;Node&quot;forFullPDF for Full PDF } npm run dev 06 Scanned with CamScanner CSCamScanner CS CamScanner'">
            <a:extLst>
              <a:ext uri="{FF2B5EF4-FFF2-40B4-BE49-F238E27FC236}">
                <a16:creationId xmlns:a16="http://schemas.microsoft.com/office/drawing/2014/main" id="{7D8C62CC-AD51-A100-90EC-3CE579F7D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658" y="0"/>
            <a:ext cx="4706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049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0D3F-AEFB-9316-0CFC-A7D7C31F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65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CDE24-2472-F889-6097-D39B9BEF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13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A0E8-F4D8-D397-3EBA-EFD59829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31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86EE9-9FD3-EC3F-03B2-DB88EBE4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66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DB46-4434-A285-5E6D-FBB12F97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89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724E9-1D02-DE9D-4D8C-804C5B9D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586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7111C-3A54-2EEA-E490-0AAA97124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578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0C04E-2199-6658-A4C7-34F5A0B7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779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5380-F2AB-FB2C-2156-E2222C6BB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83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Dipak Pulami Magar</dc:creator>
  <cp:lastModifiedBy>Dipak Pulami Magar</cp:lastModifiedBy>
  <cp:revision>1</cp:revision>
  <dcterms:created xsi:type="dcterms:W3CDTF">2026-02-06T15:29:07Z</dcterms:created>
  <dcterms:modified xsi:type="dcterms:W3CDTF">2026-02-06T17:38:39Z</dcterms:modified>
</cp:coreProperties>
</file>