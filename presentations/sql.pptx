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presProps" Target="presProp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C48B0-D539-B2F4-7F1B-4728EE2E94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5CE8A0-6C4C-EBBF-5035-C30315AF46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AD9C56-EF9E-5ED0-195D-C6D58BF65B1C}"/>
              </a:ext>
            </a:extLst>
          </p:cNvPr>
          <p:cNvSpPr>
            <a:spLocks noGrp="1"/>
          </p:cNvSpPr>
          <p:nvPr>
            <p:ph type="dt" sz="half" idx="10"/>
          </p:nvPr>
        </p:nvSpPr>
        <p:spPr/>
        <p:txBody>
          <a:bodyPr/>
          <a:lstStyle/>
          <a:p>
            <a:fld id="{9E1BD806-1659-4F51-B86E-452656554AE8}" type="datetimeFigureOut">
              <a:rPr lang="en-US" smtClean="0"/>
              <a:t>2/7/2026</a:t>
            </a:fld>
            <a:endParaRPr lang="en-US"/>
          </a:p>
        </p:txBody>
      </p:sp>
      <p:sp>
        <p:nvSpPr>
          <p:cNvPr id="5" name="Footer Placeholder 4">
            <a:extLst>
              <a:ext uri="{FF2B5EF4-FFF2-40B4-BE49-F238E27FC236}">
                <a16:creationId xmlns:a16="http://schemas.microsoft.com/office/drawing/2014/main" id="{E3ACD8A1-FA13-45C5-49AD-B8D052513D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CB9D90-6339-28CE-5AFA-95DBEDEE8AE1}"/>
              </a:ext>
            </a:extLst>
          </p:cNvPr>
          <p:cNvSpPr>
            <a:spLocks noGrp="1"/>
          </p:cNvSpPr>
          <p:nvPr>
            <p:ph type="sldNum" sz="quarter" idx="12"/>
          </p:nvPr>
        </p:nvSpPr>
        <p:spPr/>
        <p:txBody>
          <a:bodyPr/>
          <a:lstStyle/>
          <a:p>
            <a:fld id="{B9702CCE-AD4D-4FC0-BEDB-A87430001627}" type="slidenum">
              <a:rPr lang="en-US" smtClean="0"/>
              <a:t>‹#›</a:t>
            </a:fld>
            <a:endParaRPr lang="en-US"/>
          </a:p>
        </p:txBody>
      </p:sp>
    </p:spTree>
    <p:extLst>
      <p:ext uri="{BB962C8B-B14F-4D97-AF65-F5344CB8AC3E}">
        <p14:creationId xmlns:p14="http://schemas.microsoft.com/office/powerpoint/2010/main" val="3246714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1443C-1CF4-FEE4-88C6-2A468C510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DCA496-4E9A-627D-F518-0F01322117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9640CB-492B-036A-2FEE-AC3EC3C1B1BF}"/>
              </a:ext>
            </a:extLst>
          </p:cNvPr>
          <p:cNvSpPr>
            <a:spLocks noGrp="1"/>
          </p:cNvSpPr>
          <p:nvPr>
            <p:ph type="dt" sz="half" idx="10"/>
          </p:nvPr>
        </p:nvSpPr>
        <p:spPr/>
        <p:txBody>
          <a:bodyPr/>
          <a:lstStyle/>
          <a:p>
            <a:fld id="{9E1BD806-1659-4F51-B86E-452656554AE8}" type="datetimeFigureOut">
              <a:rPr lang="en-US" smtClean="0"/>
              <a:t>2/7/2026</a:t>
            </a:fld>
            <a:endParaRPr lang="en-US"/>
          </a:p>
        </p:txBody>
      </p:sp>
      <p:sp>
        <p:nvSpPr>
          <p:cNvPr id="5" name="Footer Placeholder 4">
            <a:extLst>
              <a:ext uri="{FF2B5EF4-FFF2-40B4-BE49-F238E27FC236}">
                <a16:creationId xmlns:a16="http://schemas.microsoft.com/office/drawing/2014/main" id="{AC487D0B-27E7-7D17-86B6-A5FD26EC55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5D2BBE-BF5A-E7A1-2CCD-BE18B3AE4417}"/>
              </a:ext>
            </a:extLst>
          </p:cNvPr>
          <p:cNvSpPr>
            <a:spLocks noGrp="1"/>
          </p:cNvSpPr>
          <p:nvPr>
            <p:ph type="sldNum" sz="quarter" idx="12"/>
          </p:nvPr>
        </p:nvSpPr>
        <p:spPr/>
        <p:txBody>
          <a:bodyPr/>
          <a:lstStyle/>
          <a:p>
            <a:fld id="{B9702CCE-AD4D-4FC0-BEDB-A87430001627}" type="slidenum">
              <a:rPr lang="en-US" smtClean="0"/>
              <a:t>‹#›</a:t>
            </a:fld>
            <a:endParaRPr lang="en-US"/>
          </a:p>
        </p:txBody>
      </p:sp>
    </p:spTree>
    <p:extLst>
      <p:ext uri="{BB962C8B-B14F-4D97-AF65-F5344CB8AC3E}">
        <p14:creationId xmlns:p14="http://schemas.microsoft.com/office/powerpoint/2010/main" val="217255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A56A1-6783-7415-5F98-16913E0C9C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0FA590-429D-2B17-4A53-AAE3AFD51C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7AFC50-F1F4-58A0-D9AD-965419387350}"/>
              </a:ext>
            </a:extLst>
          </p:cNvPr>
          <p:cNvSpPr>
            <a:spLocks noGrp="1"/>
          </p:cNvSpPr>
          <p:nvPr>
            <p:ph type="dt" sz="half" idx="10"/>
          </p:nvPr>
        </p:nvSpPr>
        <p:spPr/>
        <p:txBody>
          <a:bodyPr/>
          <a:lstStyle/>
          <a:p>
            <a:fld id="{9E1BD806-1659-4F51-B86E-452656554AE8}" type="datetimeFigureOut">
              <a:rPr lang="en-US" smtClean="0"/>
              <a:t>2/7/2026</a:t>
            </a:fld>
            <a:endParaRPr lang="en-US"/>
          </a:p>
        </p:txBody>
      </p:sp>
      <p:sp>
        <p:nvSpPr>
          <p:cNvPr id="5" name="Footer Placeholder 4">
            <a:extLst>
              <a:ext uri="{FF2B5EF4-FFF2-40B4-BE49-F238E27FC236}">
                <a16:creationId xmlns:a16="http://schemas.microsoft.com/office/drawing/2014/main" id="{BB376AA7-18F1-E673-C690-A58EDA2DE6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C277D0-CB39-7D7B-68D8-ED9F7F1AAFEA}"/>
              </a:ext>
            </a:extLst>
          </p:cNvPr>
          <p:cNvSpPr>
            <a:spLocks noGrp="1"/>
          </p:cNvSpPr>
          <p:nvPr>
            <p:ph type="sldNum" sz="quarter" idx="12"/>
          </p:nvPr>
        </p:nvSpPr>
        <p:spPr/>
        <p:txBody>
          <a:bodyPr/>
          <a:lstStyle/>
          <a:p>
            <a:fld id="{B9702CCE-AD4D-4FC0-BEDB-A87430001627}" type="slidenum">
              <a:rPr lang="en-US" smtClean="0"/>
              <a:t>‹#›</a:t>
            </a:fld>
            <a:endParaRPr lang="en-US"/>
          </a:p>
        </p:txBody>
      </p:sp>
    </p:spTree>
    <p:extLst>
      <p:ext uri="{BB962C8B-B14F-4D97-AF65-F5344CB8AC3E}">
        <p14:creationId xmlns:p14="http://schemas.microsoft.com/office/powerpoint/2010/main" val="1051326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C057C-8198-8CE3-59A4-95C36E6EDC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D0DA97-B42F-4BED-C672-54ACEF6249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603213-9CB6-BC17-D3F7-DE23EBCDAF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552C2B-A7EA-B712-AF3D-6A7D91149970}"/>
              </a:ext>
            </a:extLst>
          </p:cNvPr>
          <p:cNvSpPr>
            <a:spLocks noGrp="1"/>
          </p:cNvSpPr>
          <p:nvPr>
            <p:ph type="dt" sz="half" idx="10"/>
          </p:nvPr>
        </p:nvSpPr>
        <p:spPr/>
        <p:txBody>
          <a:bodyPr/>
          <a:lstStyle/>
          <a:p>
            <a:fld id="{9E1BD806-1659-4F51-B86E-452656554AE8}" type="datetimeFigureOut">
              <a:rPr lang="en-US" smtClean="0"/>
              <a:t>2/7/2026</a:t>
            </a:fld>
            <a:endParaRPr lang="en-US"/>
          </a:p>
        </p:txBody>
      </p:sp>
      <p:sp>
        <p:nvSpPr>
          <p:cNvPr id="6" name="Footer Placeholder 5">
            <a:extLst>
              <a:ext uri="{FF2B5EF4-FFF2-40B4-BE49-F238E27FC236}">
                <a16:creationId xmlns:a16="http://schemas.microsoft.com/office/drawing/2014/main" id="{9173495D-7DF2-4229-6C90-8C4C662C91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7BA55-3C5D-403B-EB90-E8AD2C90768A}"/>
              </a:ext>
            </a:extLst>
          </p:cNvPr>
          <p:cNvSpPr>
            <a:spLocks noGrp="1"/>
          </p:cNvSpPr>
          <p:nvPr>
            <p:ph type="sldNum" sz="quarter" idx="12"/>
          </p:nvPr>
        </p:nvSpPr>
        <p:spPr/>
        <p:txBody>
          <a:bodyPr/>
          <a:lstStyle/>
          <a:p>
            <a:fld id="{B9702CCE-AD4D-4FC0-BEDB-A87430001627}" type="slidenum">
              <a:rPr lang="en-US" smtClean="0"/>
              <a:t>‹#›</a:t>
            </a:fld>
            <a:endParaRPr lang="en-US"/>
          </a:p>
        </p:txBody>
      </p:sp>
    </p:spTree>
    <p:extLst>
      <p:ext uri="{BB962C8B-B14F-4D97-AF65-F5344CB8AC3E}">
        <p14:creationId xmlns:p14="http://schemas.microsoft.com/office/powerpoint/2010/main" val="4062997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54EE3-8F5D-C58F-2C73-DBAC327FF1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43E3A2-E86D-4D08-E343-13AC28C051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F3F3F5-C3E7-8048-301D-943E189826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CD4409-2E96-CE97-19BB-54EDBB60D1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BE0045-F20E-27C0-AC4A-BC8934DF95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4431F0-36B3-F1A6-C0C1-06DE0D29EB30}"/>
              </a:ext>
            </a:extLst>
          </p:cNvPr>
          <p:cNvSpPr>
            <a:spLocks noGrp="1"/>
          </p:cNvSpPr>
          <p:nvPr>
            <p:ph type="dt" sz="half" idx="10"/>
          </p:nvPr>
        </p:nvSpPr>
        <p:spPr/>
        <p:txBody>
          <a:bodyPr/>
          <a:lstStyle/>
          <a:p>
            <a:fld id="{9E1BD806-1659-4F51-B86E-452656554AE8}" type="datetimeFigureOut">
              <a:rPr lang="en-US" smtClean="0"/>
              <a:t>2/7/2026</a:t>
            </a:fld>
            <a:endParaRPr lang="en-US"/>
          </a:p>
        </p:txBody>
      </p:sp>
      <p:sp>
        <p:nvSpPr>
          <p:cNvPr id="8" name="Footer Placeholder 7">
            <a:extLst>
              <a:ext uri="{FF2B5EF4-FFF2-40B4-BE49-F238E27FC236}">
                <a16:creationId xmlns:a16="http://schemas.microsoft.com/office/drawing/2014/main" id="{C677DDEB-FFE2-BA00-C1AD-5BA3841367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411C3E-8410-2204-6CEA-A0D2F0A964FF}"/>
              </a:ext>
            </a:extLst>
          </p:cNvPr>
          <p:cNvSpPr>
            <a:spLocks noGrp="1"/>
          </p:cNvSpPr>
          <p:nvPr>
            <p:ph type="sldNum" sz="quarter" idx="12"/>
          </p:nvPr>
        </p:nvSpPr>
        <p:spPr/>
        <p:txBody>
          <a:bodyPr/>
          <a:lstStyle/>
          <a:p>
            <a:fld id="{B9702CCE-AD4D-4FC0-BEDB-A87430001627}" type="slidenum">
              <a:rPr lang="en-US" smtClean="0"/>
              <a:t>‹#›</a:t>
            </a:fld>
            <a:endParaRPr lang="en-US"/>
          </a:p>
        </p:txBody>
      </p:sp>
    </p:spTree>
    <p:extLst>
      <p:ext uri="{BB962C8B-B14F-4D97-AF65-F5344CB8AC3E}">
        <p14:creationId xmlns:p14="http://schemas.microsoft.com/office/powerpoint/2010/main" val="1007048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541BA-522B-FB81-5968-9BA3AFAD5C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80029F-6A04-A76B-3B53-2146D1B9DECD}"/>
              </a:ext>
            </a:extLst>
          </p:cNvPr>
          <p:cNvSpPr>
            <a:spLocks noGrp="1"/>
          </p:cNvSpPr>
          <p:nvPr>
            <p:ph type="dt" sz="half" idx="10"/>
          </p:nvPr>
        </p:nvSpPr>
        <p:spPr/>
        <p:txBody>
          <a:bodyPr/>
          <a:lstStyle/>
          <a:p>
            <a:fld id="{9E1BD806-1659-4F51-B86E-452656554AE8}" type="datetimeFigureOut">
              <a:rPr lang="en-US" smtClean="0"/>
              <a:t>2/7/2026</a:t>
            </a:fld>
            <a:endParaRPr lang="en-US"/>
          </a:p>
        </p:txBody>
      </p:sp>
      <p:sp>
        <p:nvSpPr>
          <p:cNvPr id="4" name="Footer Placeholder 3">
            <a:extLst>
              <a:ext uri="{FF2B5EF4-FFF2-40B4-BE49-F238E27FC236}">
                <a16:creationId xmlns:a16="http://schemas.microsoft.com/office/drawing/2014/main" id="{7782C91C-3459-7627-7EB1-C42F3AB8D5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1D7CBA-8847-B789-712A-9D9C91DB8975}"/>
              </a:ext>
            </a:extLst>
          </p:cNvPr>
          <p:cNvSpPr>
            <a:spLocks noGrp="1"/>
          </p:cNvSpPr>
          <p:nvPr>
            <p:ph type="sldNum" sz="quarter" idx="12"/>
          </p:nvPr>
        </p:nvSpPr>
        <p:spPr/>
        <p:txBody>
          <a:bodyPr/>
          <a:lstStyle/>
          <a:p>
            <a:fld id="{B9702CCE-AD4D-4FC0-BEDB-A87430001627}" type="slidenum">
              <a:rPr lang="en-US" smtClean="0"/>
              <a:t>‹#›</a:t>
            </a:fld>
            <a:endParaRPr lang="en-US"/>
          </a:p>
        </p:txBody>
      </p:sp>
    </p:spTree>
    <p:extLst>
      <p:ext uri="{BB962C8B-B14F-4D97-AF65-F5344CB8AC3E}">
        <p14:creationId xmlns:p14="http://schemas.microsoft.com/office/powerpoint/2010/main" val="1796760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A60762-2D26-09C6-3A38-032A601BC375}"/>
              </a:ext>
            </a:extLst>
          </p:cNvPr>
          <p:cNvSpPr>
            <a:spLocks noGrp="1"/>
          </p:cNvSpPr>
          <p:nvPr>
            <p:ph type="dt" sz="half" idx="10"/>
          </p:nvPr>
        </p:nvSpPr>
        <p:spPr/>
        <p:txBody>
          <a:bodyPr/>
          <a:lstStyle/>
          <a:p>
            <a:fld id="{9E1BD806-1659-4F51-B86E-452656554AE8}" type="datetimeFigureOut">
              <a:rPr lang="en-US" smtClean="0"/>
              <a:t>2/7/2026</a:t>
            </a:fld>
            <a:endParaRPr lang="en-US"/>
          </a:p>
        </p:txBody>
      </p:sp>
      <p:sp>
        <p:nvSpPr>
          <p:cNvPr id="3" name="Footer Placeholder 2">
            <a:extLst>
              <a:ext uri="{FF2B5EF4-FFF2-40B4-BE49-F238E27FC236}">
                <a16:creationId xmlns:a16="http://schemas.microsoft.com/office/drawing/2014/main" id="{310B0C95-A358-19D4-4753-A5A1F0BA00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E6E5CF-0A2A-25EA-C327-E92BC8ADCA85}"/>
              </a:ext>
            </a:extLst>
          </p:cNvPr>
          <p:cNvSpPr>
            <a:spLocks noGrp="1"/>
          </p:cNvSpPr>
          <p:nvPr>
            <p:ph type="sldNum" sz="quarter" idx="12"/>
          </p:nvPr>
        </p:nvSpPr>
        <p:spPr/>
        <p:txBody>
          <a:bodyPr/>
          <a:lstStyle/>
          <a:p>
            <a:fld id="{B9702CCE-AD4D-4FC0-BEDB-A87430001627}" type="slidenum">
              <a:rPr lang="en-US" smtClean="0"/>
              <a:t>‹#›</a:t>
            </a:fld>
            <a:endParaRPr lang="en-US"/>
          </a:p>
        </p:txBody>
      </p:sp>
    </p:spTree>
    <p:extLst>
      <p:ext uri="{BB962C8B-B14F-4D97-AF65-F5344CB8AC3E}">
        <p14:creationId xmlns:p14="http://schemas.microsoft.com/office/powerpoint/2010/main" val="1504981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9C90D-53C0-D864-2AB7-7181795A12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4BE40E-3DFE-0C9A-B1F5-5D00BCC953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FD8385-BB4A-139F-1AEE-5F20602E56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48E822-6C1F-58E2-B632-FC97515A396A}"/>
              </a:ext>
            </a:extLst>
          </p:cNvPr>
          <p:cNvSpPr>
            <a:spLocks noGrp="1"/>
          </p:cNvSpPr>
          <p:nvPr>
            <p:ph type="dt" sz="half" idx="10"/>
          </p:nvPr>
        </p:nvSpPr>
        <p:spPr/>
        <p:txBody>
          <a:bodyPr/>
          <a:lstStyle/>
          <a:p>
            <a:fld id="{9E1BD806-1659-4F51-B86E-452656554AE8}" type="datetimeFigureOut">
              <a:rPr lang="en-US" smtClean="0"/>
              <a:t>2/7/2026</a:t>
            </a:fld>
            <a:endParaRPr lang="en-US"/>
          </a:p>
        </p:txBody>
      </p:sp>
      <p:sp>
        <p:nvSpPr>
          <p:cNvPr id="6" name="Footer Placeholder 5">
            <a:extLst>
              <a:ext uri="{FF2B5EF4-FFF2-40B4-BE49-F238E27FC236}">
                <a16:creationId xmlns:a16="http://schemas.microsoft.com/office/drawing/2014/main" id="{1568140D-D800-167E-C9C7-2FF7B9FC1A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2F16B7-E1B7-55A7-2E47-41240C361146}"/>
              </a:ext>
            </a:extLst>
          </p:cNvPr>
          <p:cNvSpPr>
            <a:spLocks noGrp="1"/>
          </p:cNvSpPr>
          <p:nvPr>
            <p:ph type="sldNum" sz="quarter" idx="12"/>
          </p:nvPr>
        </p:nvSpPr>
        <p:spPr/>
        <p:txBody>
          <a:bodyPr/>
          <a:lstStyle/>
          <a:p>
            <a:fld id="{B9702CCE-AD4D-4FC0-BEDB-A87430001627}" type="slidenum">
              <a:rPr lang="en-US" smtClean="0"/>
              <a:t>‹#›</a:t>
            </a:fld>
            <a:endParaRPr lang="en-US"/>
          </a:p>
        </p:txBody>
      </p:sp>
    </p:spTree>
    <p:extLst>
      <p:ext uri="{BB962C8B-B14F-4D97-AF65-F5344CB8AC3E}">
        <p14:creationId xmlns:p14="http://schemas.microsoft.com/office/powerpoint/2010/main" val="1039050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9B286-0EB8-7468-AF98-22957E982A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A27D4C-51ED-39FB-29E1-1ED0F9A8D7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8F6B69-CE0A-4537-54C5-E92D85287F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661D4A-ABDD-0710-C825-D2FC254B9C06}"/>
              </a:ext>
            </a:extLst>
          </p:cNvPr>
          <p:cNvSpPr>
            <a:spLocks noGrp="1"/>
          </p:cNvSpPr>
          <p:nvPr>
            <p:ph type="dt" sz="half" idx="10"/>
          </p:nvPr>
        </p:nvSpPr>
        <p:spPr/>
        <p:txBody>
          <a:bodyPr/>
          <a:lstStyle/>
          <a:p>
            <a:fld id="{9E1BD806-1659-4F51-B86E-452656554AE8}" type="datetimeFigureOut">
              <a:rPr lang="en-US" smtClean="0"/>
              <a:t>2/7/2026</a:t>
            </a:fld>
            <a:endParaRPr lang="en-US"/>
          </a:p>
        </p:txBody>
      </p:sp>
      <p:sp>
        <p:nvSpPr>
          <p:cNvPr id="6" name="Footer Placeholder 5">
            <a:extLst>
              <a:ext uri="{FF2B5EF4-FFF2-40B4-BE49-F238E27FC236}">
                <a16:creationId xmlns:a16="http://schemas.microsoft.com/office/drawing/2014/main" id="{1821D3BB-F5A7-13DF-BE74-3B625A8E6F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BE3B47-9532-D10E-075B-6AC27128B370}"/>
              </a:ext>
            </a:extLst>
          </p:cNvPr>
          <p:cNvSpPr>
            <a:spLocks noGrp="1"/>
          </p:cNvSpPr>
          <p:nvPr>
            <p:ph type="sldNum" sz="quarter" idx="12"/>
          </p:nvPr>
        </p:nvSpPr>
        <p:spPr/>
        <p:txBody>
          <a:bodyPr/>
          <a:lstStyle/>
          <a:p>
            <a:fld id="{B9702CCE-AD4D-4FC0-BEDB-A87430001627}" type="slidenum">
              <a:rPr lang="en-US" smtClean="0"/>
              <a:t>‹#›</a:t>
            </a:fld>
            <a:endParaRPr lang="en-US"/>
          </a:p>
        </p:txBody>
      </p:sp>
    </p:spTree>
    <p:extLst>
      <p:ext uri="{BB962C8B-B14F-4D97-AF65-F5344CB8AC3E}">
        <p14:creationId xmlns:p14="http://schemas.microsoft.com/office/powerpoint/2010/main" val="952102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409D5-9328-9AB0-B33C-57A9CEF67E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4422E5-F96B-9950-1C8E-7186CC4731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77040-3D92-7AA1-9FB9-9473AB1553BC}"/>
              </a:ext>
            </a:extLst>
          </p:cNvPr>
          <p:cNvSpPr>
            <a:spLocks noGrp="1"/>
          </p:cNvSpPr>
          <p:nvPr>
            <p:ph type="dt" sz="half" idx="10"/>
          </p:nvPr>
        </p:nvSpPr>
        <p:spPr/>
        <p:txBody>
          <a:bodyPr/>
          <a:lstStyle/>
          <a:p>
            <a:fld id="{9E1BD806-1659-4F51-B86E-452656554AE8}" type="datetimeFigureOut">
              <a:rPr lang="en-US" smtClean="0"/>
              <a:t>2/7/2026</a:t>
            </a:fld>
            <a:endParaRPr lang="en-US"/>
          </a:p>
        </p:txBody>
      </p:sp>
      <p:sp>
        <p:nvSpPr>
          <p:cNvPr id="5" name="Footer Placeholder 4">
            <a:extLst>
              <a:ext uri="{FF2B5EF4-FFF2-40B4-BE49-F238E27FC236}">
                <a16:creationId xmlns:a16="http://schemas.microsoft.com/office/drawing/2014/main" id="{454A6732-5554-9A83-FBFE-95814D940D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E01A4D-3367-EDAB-B809-5B2A6396B070}"/>
              </a:ext>
            </a:extLst>
          </p:cNvPr>
          <p:cNvSpPr>
            <a:spLocks noGrp="1"/>
          </p:cNvSpPr>
          <p:nvPr>
            <p:ph type="sldNum" sz="quarter" idx="12"/>
          </p:nvPr>
        </p:nvSpPr>
        <p:spPr/>
        <p:txBody>
          <a:bodyPr/>
          <a:lstStyle/>
          <a:p>
            <a:fld id="{B9702CCE-AD4D-4FC0-BEDB-A87430001627}" type="slidenum">
              <a:rPr lang="en-US" smtClean="0"/>
              <a:t>‹#›</a:t>
            </a:fld>
            <a:endParaRPr lang="en-US"/>
          </a:p>
        </p:txBody>
      </p:sp>
    </p:spTree>
    <p:extLst>
      <p:ext uri="{BB962C8B-B14F-4D97-AF65-F5344CB8AC3E}">
        <p14:creationId xmlns:p14="http://schemas.microsoft.com/office/powerpoint/2010/main" val="29281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F07922-B25D-277A-B693-0FE8FF34EA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96572A-36C2-CC0D-2CB2-72EAFD21B2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9FC37F-FA25-BDBC-1E6D-4616B9BC5D58}"/>
              </a:ext>
            </a:extLst>
          </p:cNvPr>
          <p:cNvSpPr>
            <a:spLocks noGrp="1"/>
          </p:cNvSpPr>
          <p:nvPr>
            <p:ph type="dt" sz="half" idx="10"/>
          </p:nvPr>
        </p:nvSpPr>
        <p:spPr/>
        <p:txBody>
          <a:bodyPr/>
          <a:lstStyle/>
          <a:p>
            <a:fld id="{9E1BD806-1659-4F51-B86E-452656554AE8}" type="datetimeFigureOut">
              <a:rPr lang="en-US" smtClean="0"/>
              <a:t>2/7/2026</a:t>
            </a:fld>
            <a:endParaRPr lang="en-US"/>
          </a:p>
        </p:txBody>
      </p:sp>
      <p:sp>
        <p:nvSpPr>
          <p:cNvPr id="5" name="Footer Placeholder 4">
            <a:extLst>
              <a:ext uri="{FF2B5EF4-FFF2-40B4-BE49-F238E27FC236}">
                <a16:creationId xmlns:a16="http://schemas.microsoft.com/office/drawing/2014/main" id="{EA4609F2-9208-F222-852A-C05F24ED0B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1F0C18-4AFD-4E2C-FF24-EF6542C991B4}"/>
              </a:ext>
            </a:extLst>
          </p:cNvPr>
          <p:cNvSpPr>
            <a:spLocks noGrp="1"/>
          </p:cNvSpPr>
          <p:nvPr>
            <p:ph type="sldNum" sz="quarter" idx="12"/>
          </p:nvPr>
        </p:nvSpPr>
        <p:spPr/>
        <p:txBody>
          <a:bodyPr/>
          <a:lstStyle/>
          <a:p>
            <a:fld id="{B9702CCE-AD4D-4FC0-BEDB-A87430001627}" type="slidenum">
              <a:rPr lang="en-US" smtClean="0"/>
              <a:t>‹#›</a:t>
            </a:fld>
            <a:endParaRPr lang="en-US"/>
          </a:p>
        </p:txBody>
      </p:sp>
    </p:spTree>
    <p:extLst>
      <p:ext uri="{BB962C8B-B14F-4D97-AF65-F5344CB8AC3E}">
        <p14:creationId xmlns:p14="http://schemas.microsoft.com/office/powerpoint/2010/main" val="4036393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02A509-5B91-3112-3461-C9D5FFA337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2F7338-FAEB-E39F-1B75-D32D5831B4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E684FA-7F8A-1AA6-BB48-8158C9C429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1BD806-1659-4F51-B86E-452656554AE8}" type="datetimeFigureOut">
              <a:rPr lang="en-US" smtClean="0"/>
              <a:t>2/7/2026</a:t>
            </a:fld>
            <a:endParaRPr lang="en-US"/>
          </a:p>
        </p:txBody>
      </p:sp>
      <p:sp>
        <p:nvSpPr>
          <p:cNvPr id="5" name="Footer Placeholder 4">
            <a:extLst>
              <a:ext uri="{FF2B5EF4-FFF2-40B4-BE49-F238E27FC236}">
                <a16:creationId xmlns:a16="http://schemas.microsoft.com/office/drawing/2014/main" id="{67C85AC3-A85E-2B98-5654-3E29CE9609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CEB73FB-FB69-46D3-7406-82C24597A9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702CCE-AD4D-4FC0-BEDB-A87430001627}" type="slidenum">
              <a:rPr lang="en-US" smtClean="0"/>
              <a:t>‹#›</a:t>
            </a:fld>
            <a:endParaRPr lang="en-US"/>
          </a:p>
        </p:txBody>
      </p:sp>
    </p:spTree>
    <p:extLst>
      <p:ext uri="{BB962C8B-B14F-4D97-AF65-F5344CB8AC3E}">
        <p14:creationId xmlns:p14="http://schemas.microsoft.com/office/powerpoint/2010/main" val="38502893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8EBB3-2EE9-7F9B-5AE3-5A28D4225F8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5B400A5C-E482-C0D8-BF1A-B016DEB99FD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76109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y be a graphic of text that says 'SQL FOR BEGINNERS SHORT NOTES SQL'">
            <a:extLst>
              <a:ext uri="{FF2B5EF4-FFF2-40B4-BE49-F238E27FC236}">
                <a16:creationId xmlns:a16="http://schemas.microsoft.com/office/drawing/2014/main" id="{29691075-B8A5-761F-C3E7-70D34D0DF8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60" y="0"/>
            <a:ext cx="634841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y be an image of map and text">
            <a:extLst>
              <a:ext uri="{FF2B5EF4-FFF2-40B4-BE49-F238E27FC236}">
                <a16:creationId xmlns:a16="http://schemas.microsoft.com/office/drawing/2014/main" id="{70FAE55C-85F6-C913-FA85-1336DDECD1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8453" y="0"/>
            <a:ext cx="52974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0112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6BA7D-4691-2EF0-F3D3-A155C0154FDE}"/>
            </a:ext>
          </a:extLst>
        </p:cNvPr>
        <p:cNvGrpSpPr/>
        <p:nvPr/>
      </p:nvGrpSpPr>
      <p:grpSpPr>
        <a:xfrm>
          <a:off x="0" y="0"/>
          <a:ext cx="0" cy="0"/>
          <a:chOff x="0" y="0"/>
          <a:chExt cx="0" cy="0"/>
        </a:xfrm>
      </p:grpSpPr>
      <p:pic>
        <p:nvPicPr>
          <p:cNvPr id="2050" name="Picture 2" descr="May be an image of text">
            <a:extLst>
              <a:ext uri="{FF2B5EF4-FFF2-40B4-BE49-F238E27FC236}">
                <a16:creationId xmlns:a16="http://schemas.microsoft.com/office/drawing/2014/main" id="{AD730744-CBE5-EA99-741B-E078BB2C8E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29748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ay be a graphic of floor plan, blueprint and text">
            <a:extLst>
              <a:ext uri="{FF2B5EF4-FFF2-40B4-BE49-F238E27FC236}">
                <a16:creationId xmlns:a16="http://schemas.microsoft.com/office/drawing/2014/main" id="{6B604753-DA8A-5CBF-1286-37F5CAA6D1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0"/>
            <a:ext cx="52974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509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D4DA5-CB13-AF4D-79CA-72C655E5E7F1}"/>
            </a:ext>
          </a:extLst>
        </p:cNvPr>
        <p:cNvGrpSpPr/>
        <p:nvPr/>
      </p:nvGrpSpPr>
      <p:grpSpPr>
        <a:xfrm>
          <a:off x="0" y="0"/>
          <a:ext cx="0" cy="0"/>
          <a:chOff x="0" y="0"/>
          <a:chExt cx="0" cy="0"/>
        </a:xfrm>
      </p:grpSpPr>
      <p:pic>
        <p:nvPicPr>
          <p:cNvPr id="3074" name="Picture 2" descr="May be an image of ticket stub and text that says 'Character Data types: DATATYPE DESCRIPTION VARCHAR2(SIZE) anable- character trings. VARCHAR2(size) maximum length between 4000 VARCHAR(SIZE) issimalar VARCHAR2(size Numeric Data types: DATATYPE NUMBER(P, simply specify NUMBER fdigits) mummber digits Also precision decunal Aoating datatype DATE and TIME Data types: DATATYPE DESCRIPTION DATE The standard day, DD-MM-YY' TIMESTAMP and used SS' store valid along with ime -bour format Larger Object (LOB) Data Large unstructured data such video clips, sound waves, texts, manipulatedin binary character DATATYPE graphic mages can DESCRIPTION BLOB tored and store e unstruchure 128 terabytes binary data. CLOB binary database which tore 28 erabytes characte data the database. 4|Page'">
            <a:extLst>
              <a:ext uri="{FF2B5EF4-FFF2-40B4-BE49-F238E27FC236}">
                <a16:creationId xmlns:a16="http://schemas.microsoft.com/office/drawing/2014/main" id="{46C488EB-5A1D-5474-43FB-D00B923C04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303" y="0"/>
            <a:ext cx="529748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ay be an image of text">
            <a:extLst>
              <a:ext uri="{FF2B5EF4-FFF2-40B4-BE49-F238E27FC236}">
                <a16:creationId xmlns:a16="http://schemas.microsoft.com/office/drawing/2014/main" id="{EF586952-0CEA-4D35-1BA8-F8DCA04551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943" y="0"/>
            <a:ext cx="52974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7766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5106F-0F63-ACB0-4AE5-27E57D147DCA}"/>
            </a:ext>
          </a:extLst>
        </p:cNvPr>
        <p:cNvGrpSpPr/>
        <p:nvPr/>
      </p:nvGrpSpPr>
      <p:grpSpPr>
        <a:xfrm>
          <a:off x="0" y="0"/>
          <a:ext cx="0" cy="0"/>
          <a:chOff x="0" y="0"/>
          <a:chExt cx="0" cy="0"/>
        </a:xfrm>
      </p:grpSpPr>
      <p:pic>
        <p:nvPicPr>
          <p:cNvPr id="4098" name="Picture 2" descr="May be an image of text">
            <a:extLst>
              <a:ext uri="{FF2B5EF4-FFF2-40B4-BE49-F238E27FC236}">
                <a16:creationId xmlns:a16="http://schemas.microsoft.com/office/drawing/2014/main" id="{8C48FE0F-AFB7-3579-8D4D-D2831BB92D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503" y="0"/>
            <a:ext cx="529748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May be an image of text">
            <a:extLst>
              <a:ext uri="{FF2B5EF4-FFF2-40B4-BE49-F238E27FC236}">
                <a16:creationId xmlns:a16="http://schemas.microsoft.com/office/drawing/2014/main" id="{DEAF8DE4-5892-EA1F-D461-ACF02C5969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303" y="0"/>
            <a:ext cx="52974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88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AD3A6-1509-8582-946B-6D5E8EBD5FEA}"/>
            </a:ext>
          </a:extLst>
        </p:cNvPr>
        <p:cNvGrpSpPr/>
        <p:nvPr/>
      </p:nvGrpSpPr>
      <p:grpSpPr>
        <a:xfrm>
          <a:off x="0" y="0"/>
          <a:ext cx="0" cy="0"/>
          <a:chOff x="0" y="0"/>
          <a:chExt cx="0" cy="0"/>
        </a:xfrm>
      </p:grpSpPr>
      <p:pic>
        <p:nvPicPr>
          <p:cNvPr id="5122" name="Picture 2" descr="May be an image of text that says 'SQL Expressions An expression isa combination value. one or more values, operators, and SQL functions that evaluate SQL expression can be classified into following categories. Boolean 3. Date SQL Boolean Expression SQL Boolean Expression fetches data based the condition thatis mentioned part ofthe query, should fetch just single value when the query executed. its syntax given below. SELECT column FROM table_ _name WHERE SINGLE VALUE_ SQL Numeric Expression SQL Numeric Expression syntax follows: EXPRESSION used for performing mathematical operation in SQL query. Its SELECT NUMERICAL EXPRESSION as OPERATIONN SQL Date Expression FROM SQL Date Expression results datetime value. 8|Page'">
            <a:extLst>
              <a:ext uri="{FF2B5EF4-FFF2-40B4-BE49-F238E27FC236}">
                <a16:creationId xmlns:a16="http://schemas.microsoft.com/office/drawing/2014/main" id="{B89CB1B0-8F28-0115-5203-C37DFCE1B1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29748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ay be a graphic of text">
            <a:extLst>
              <a:ext uri="{FF2B5EF4-FFF2-40B4-BE49-F238E27FC236}">
                <a16:creationId xmlns:a16="http://schemas.microsoft.com/office/drawing/2014/main" id="{47F26AB8-0A1D-33FE-B65F-4A6741020C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52974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603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28A38-C51C-EF28-1B08-4E9124DEEA9E}"/>
            </a:ext>
          </a:extLst>
        </p:cNvPr>
        <p:cNvGrpSpPr/>
        <p:nvPr/>
      </p:nvGrpSpPr>
      <p:grpSpPr>
        <a:xfrm>
          <a:off x="0" y="0"/>
          <a:ext cx="0" cy="0"/>
          <a:chOff x="0" y="0"/>
          <a:chExt cx="0" cy="0"/>
        </a:xfrm>
      </p:grpSpPr>
      <p:pic>
        <p:nvPicPr>
          <p:cNvPr id="6146" name="Picture 2" descr="May be an image of text">
            <a:extLst>
              <a:ext uri="{FF2B5EF4-FFF2-40B4-BE49-F238E27FC236}">
                <a16:creationId xmlns:a16="http://schemas.microsoft.com/office/drawing/2014/main" id="{01479FBF-04B5-253F-3F82-847855EEA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2974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329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322D3-8D9C-DBC3-9206-28015FB5FEA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2025321-6FD5-D599-5B5E-3E20045D221D}"/>
              </a:ext>
            </a:extLst>
          </p:cNvPr>
          <p:cNvPicPr>
            <a:picLocks noChangeAspect="1"/>
          </p:cNvPicPr>
          <p:nvPr/>
        </p:nvPicPr>
        <p:blipFill>
          <a:blip r:embed="rId2"/>
          <a:stretch>
            <a:fillRect/>
          </a:stretch>
        </p:blipFill>
        <p:spPr>
          <a:xfrm>
            <a:off x="0" y="0"/>
            <a:ext cx="5486400" cy="6858000"/>
          </a:xfrm>
          <a:prstGeom prst="rect">
            <a:avLst/>
          </a:prstGeom>
        </p:spPr>
      </p:pic>
    </p:spTree>
    <p:extLst>
      <p:ext uri="{BB962C8B-B14F-4D97-AF65-F5344CB8AC3E}">
        <p14:creationId xmlns:p14="http://schemas.microsoft.com/office/powerpoint/2010/main" val="2958302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A5903-BA1B-19F4-F9C5-310A0B58BE42}"/>
            </a:ext>
          </a:extLst>
        </p:cNvPr>
        <p:cNvGrpSpPr/>
        <p:nvPr/>
      </p:nvGrpSpPr>
      <p:grpSpPr>
        <a:xfrm>
          <a:off x="0" y="0"/>
          <a:ext cx="0" cy="0"/>
          <a:chOff x="0" y="0"/>
          <a:chExt cx="0" cy="0"/>
        </a:xfrm>
      </p:grpSpPr>
    </p:spTree>
    <p:extLst>
      <p:ext uri="{BB962C8B-B14F-4D97-AF65-F5344CB8AC3E}">
        <p14:creationId xmlns:p14="http://schemas.microsoft.com/office/powerpoint/2010/main" val="1970893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30419-B38A-19A4-F4C9-5AFFB3EB4E8E}"/>
            </a:ext>
          </a:extLst>
        </p:cNvPr>
        <p:cNvGrpSpPr/>
        <p:nvPr/>
      </p:nvGrpSpPr>
      <p:grpSpPr>
        <a:xfrm>
          <a:off x="0" y="0"/>
          <a:ext cx="0" cy="0"/>
          <a:chOff x="0" y="0"/>
          <a:chExt cx="0" cy="0"/>
        </a:xfrm>
      </p:grpSpPr>
    </p:spTree>
    <p:extLst>
      <p:ext uri="{BB962C8B-B14F-4D97-AF65-F5344CB8AC3E}">
        <p14:creationId xmlns:p14="http://schemas.microsoft.com/office/powerpoint/2010/main" val="2142377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9C288-7B7C-8274-D553-1581F66E1A2D}"/>
            </a:ext>
          </a:extLst>
        </p:cNvPr>
        <p:cNvGrpSpPr/>
        <p:nvPr/>
      </p:nvGrpSpPr>
      <p:grpSpPr>
        <a:xfrm>
          <a:off x="0" y="0"/>
          <a:ext cx="0" cy="0"/>
          <a:chOff x="0" y="0"/>
          <a:chExt cx="0" cy="0"/>
        </a:xfrm>
      </p:grpSpPr>
    </p:spTree>
    <p:extLst>
      <p:ext uri="{BB962C8B-B14F-4D97-AF65-F5344CB8AC3E}">
        <p14:creationId xmlns:p14="http://schemas.microsoft.com/office/powerpoint/2010/main" val="297944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2D06B-7C6E-3709-FC6D-FF2308C75484}"/>
            </a:ext>
          </a:extLst>
        </p:cNvPr>
        <p:cNvGrpSpPr/>
        <p:nvPr/>
      </p:nvGrpSpPr>
      <p:grpSpPr>
        <a:xfrm>
          <a:off x="0" y="0"/>
          <a:ext cx="0" cy="0"/>
          <a:chOff x="0" y="0"/>
          <a:chExt cx="0" cy="0"/>
        </a:xfrm>
      </p:grpSpPr>
    </p:spTree>
    <p:extLst>
      <p:ext uri="{BB962C8B-B14F-4D97-AF65-F5344CB8AC3E}">
        <p14:creationId xmlns:p14="http://schemas.microsoft.com/office/powerpoint/2010/main" val="598829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6C996-BA5A-35BD-F96E-D16F88D28256}"/>
            </a:ext>
          </a:extLst>
        </p:cNvPr>
        <p:cNvGrpSpPr/>
        <p:nvPr/>
      </p:nvGrpSpPr>
      <p:grpSpPr>
        <a:xfrm>
          <a:off x="0" y="0"/>
          <a:ext cx="0" cy="0"/>
          <a:chOff x="0" y="0"/>
          <a:chExt cx="0" cy="0"/>
        </a:xfrm>
      </p:grpSpPr>
    </p:spTree>
    <p:extLst>
      <p:ext uri="{BB962C8B-B14F-4D97-AF65-F5344CB8AC3E}">
        <p14:creationId xmlns:p14="http://schemas.microsoft.com/office/powerpoint/2010/main" val="2789859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4AE43-C142-6EE9-BD2A-5773D5997954}"/>
            </a:ext>
          </a:extLst>
        </p:cNvPr>
        <p:cNvGrpSpPr/>
        <p:nvPr/>
      </p:nvGrpSpPr>
      <p:grpSpPr>
        <a:xfrm>
          <a:off x="0" y="0"/>
          <a:ext cx="0" cy="0"/>
          <a:chOff x="0" y="0"/>
          <a:chExt cx="0" cy="0"/>
        </a:xfrm>
      </p:grpSpPr>
    </p:spTree>
    <p:extLst>
      <p:ext uri="{BB962C8B-B14F-4D97-AF65-F5344CB8AC3E}">
        <p14:creationId xmlns:p14="http://schemas.microsoft.com/office/powerpoint/2010/main" val="2154552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66AAC-D13D-83CC-D423-446290BBD27F}"/>
            </a:ext>
          </a:extLst>
        </p:cNvPr>
        <p:cNvGrpSpPr/>
        <p:nvPr/>
      </p:nvGrpSpPr>
      <p:grpSpPr>
        <a:xfrm>
          <a:off x="0" y="0"/>
          <a:ext cx="0" cy="0"/>
          <a:chOff x="0" y="0"/>
          <a:chExt cx="0" cy="0"/>
        </a:xfrm>
      </p:grpSpPr>
    </p:spTree>
    <p:extLst>
      <p:ext uri="{BB962C8B-B14F-4D97-AF65-F5344CB8AC3E}">
        <p14:creationId xmlns:p14="http://schemas.microsoft.com/office/powerpoint/2010/main" val="1041671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35810-89BE-E580-89BA-197ADC71E6B0}"/>
            </a:ext>
          </a:extLst>
        </p:cNvPr>
        <p:cNvGrpSpPr/>
        <p:nvPr/>
      </p:nvGrpSpPr>
      <p:grpSpPr>
        <a:xfrm>
          <a:off x="0" y="0"/>
          <a:ext cx="0" cy="0"/>
          <a:chOff x="0" y="0"/>
          <a:chExt cx="0" cy="0"/>
        </a:xfrm>
      </p:grpSpPr>
    </p:spTree>
    <p:extLst>
      <p:ext uri="{BB962C8B-B14F-4D97-AF65-F5344CB8AC3E}">
        <p14:creationId xmlns:p14="http://schemas.microsoft.com/office/powerpoint/2010/main" val="4171844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5DEED-6E0E-4E17-A014-D0B0916384F7}"/>
            </a:ext>
          </a:extLst>
        </p:cNvPr>
        <p:cNvGrpSpPr/>
        <p:nvPr/>
      </p:nvGrpSpPr>
      <p:grpSpPr>
        <a:xfrm>
          <a:off x="0" y="0"/>
          <a:ext cx="0" cy="0"/>
          <a:chOff x="0" y="0"/>
          <a:chExt cx="0" cy="0"/>
        </a:xfrm>
      </p:grpSpPr>
    </p:spTree>
    <p:extLst>
      <p:ext uri="{BB962C8B-B14F-4D97-AF65-F5344CB8AC3E}">
        <p14:creationId xmlns:p14="http://schemas.microsoft.com/office/powerpoint/2010/main" val="136818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9487D-7D69-1369-2154-17625B6E468D}"/>
            </a:ext>
          </a:extLst>
        </p:cNvPr>
        <p:cNvGrpSpPr/>
        <p:nvPr/>
      </p:nvGrpSpPr>
      <p:grpSpPr>
        <a:xfrm>
          <a:off x="0" y="0"/>
          <a:ext cx="0" cy="0"/>
          <a:chOff x="0" y="0"/>
          <a:chExt cx="0" cy="0"/>
        </a:xfrm>
      </p:grpSpPr>
    </p:spTree>
    <p:extLst>
      <p:ext uri="{BB962C8B-B14F-4D97-AF65-F5344CB8AC3E}">
        <p14:creationId xmlns:p14="http://schemas.microsoft.com/office/powerpoint/2010/main" val="3061214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9E1B3-3E4C-B78D-A189-A8E37480050A}"/>
            </a:ext>
          </a:extLst>
        </p:cNvPr>
        <p:cNvGrpSpPr/>
        <p:nvPr/>
      </p:nvGrpSpPr>
      <p:grpSpPr>
        <a:xfrm>
          <a:off x="0" y="0"/>
          <a:ext cx="0" cy="0"/>
          <a:chOff x="0" y="0"/>
          <a:chExt cx="0" cy="0"/>
        </a:xfrm>
      </p:grpSpPr>
    </p:spTree>
    <p:extLst>
      <p:ext uri="{BB962C8B-B14F-4D97-AF65-F5344CB8AC3E}">
        <p14:creationId xmlns:p14="http://schemas.microsoft.com/office/powerpoint/2010/main" val="19755521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D1130-ABA1-E7FC-8B14-AF867BC9E420}"/>
            </a:ext>
          </a:extLst>
        </p:cNvPr>
        <p:cNvGrpSpPr/>
        <p:nvPr/>
      </p:nvGrpSpPr>
      <p:grpSpPr>
        <a:xfrm>
          <a:off x="0" y="0"/>
          <a:ext cx="0" cy="0"/>
          <a:chOff x="0" y="0"/>
          <a:chExt cx="0" cy="0"/>
        </a:xfrm>
      </p:grpSpPr>
    </p:spTree>
    <p:extLst>
      <p:ext uri="{BB962C8B-B14F-4D97-AF65-F5344CB8AC3E}">
        <p14:creationId xmlns:p14="http://schemas.microsoft.com/office/powerpoint/2010/main" val="1492535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DE663-4ED5-1CA0-8AEA-099C0E93C8A7}"/>
            </a:ext>
          </a:extLst>
        </p:cNvPr>
        <p:cNvGrpSpPr/>
        <p:nvPr/>
      </p:nvGrpSpPr>
      <p:grpSpPr>
        <a:xfrm>
          <a:off x="0" y="0"/>
          <a:ext cx="0" cy="0"/>
          <a:chOff x="0" y="0"/>
          <a:chExt cx="0" cy="0"/>
        </a:xfrm>
      </p:grpSpPr>
    </p:spTree>
    <p:extLst>
      <p:ext uri="{BB962C8B-B14F-4D97-AF65-F5344CB8AC3E}">
        <p14:creationId xmlns:p14="http://schemas.microsoft.com/office/powerpoint/2010/main" val="2848490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82A24-EFEC-2082-FFCE-99D2C81C17AA}"/>
            </a:ext>
          </a:extLst>
        </p:cNvPr>
        <p:cNvGrpSpPr/>
        <p:nvPr/>
      </p:nvGrpSpPr>
      <p:grpSpPr>
        <a:xfrm>
          <a:off x="0" y="0"/>
          <a:ext cx="0" cy="0"/>
          <a:chOff x="0" y="0"/>
          <a:chExt cx="0" cy="0"/>
        </a:xfrm>
      </p:grpSpPr>
    </p:spTree>
    <p:extLst>
      <p:ext uri="{BB962C8B-B14F-4D97-AF65-F5344CB8AC3E}">
        <p14:creationId xmlns:p14="http://schemas.microsoft.com/office/powerpoint/2010/main" val="644375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C0A0-74A9-B7CD-FE4E-C3621F689265}"/>
            </a:ext>
          </a:extLst>
        </p:cNvPr>
        <p:cNvGrpSpPr/>
        <p:nvPr/>
      </p:nvGrpSpPr>
      <p:grpSpPr>
        <a:xfrm>
          <a:off x="0" y="0"/>
          <a:ext cx="0" cy="0"/>
          <a:chOff x="0" y="0"/>
          <a:chExt cx="0" cy="0"/>
        </a:xfrm>
      </p:grpSpPr>
    </p:spTree>
    <p:extLst>
      <p:ext uri="{BB962C8B-B14F-4D97-AF65-F5344CB8AC3E}">
        <p14:creationId xmlns:p14="http://schemas.microsoft.com/office/powerpoint/2010/main" val="1489211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F760B-F368-3651-B568-D570EBF8E968}"/>
            </a:ext>
          </a:extLst>
        </p:cNvPr>
        <p:cNvGrpSpPr/>
        <p:nvPr/>
      </p:nvGrpSpPr>
      <p:grpSpPr>
        <a:xfrm>
          <a:off x="0" y="0"/>
          <a:ext cx="0" cy="0"/>
          <a:chOff x="0" y="0"/>
          <a:chExt cx="0" cy="0"/>
        </a:xfrm>
      </p:grpSpPr>
    </p:spTree>
    <p:extLst>
      <p:ext uri="{BB962C8B-B14F-4D97-AF65-F5344CB8AC3E}">
        <p14:creationId xmlns:p14="http://schemas.microsoft.com/office/powerpoint/2010/main" val="1473543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CC1-D387-F370-C491-D4D91DF70B5E}"/>
            </a:ext>
          </a:extLst>
        </p:cNvPr>
        <p:cNvGrpSpPr/>
        <p:nvPr/>
      </p:nvGrpSpPr>
      <p:grpSpPr>
        <a:xfrm>
          <a:off x="0" y="0"/>
          <a:ext cx="0" cy="0"/>
          <a:chOff x="0" y="0"/>
          <a:chExt cx="0" cy="0"/>
        </a:xfrm>
      </p:grpSpPr>
    </p:spTree>
    <p:extLst>
      <p:ext uri="{BB962C8B-B14F-4D97-AF65-F5344CB8AC3E}">
        <p14:creationId xmlns:p14="http://schemas.microsoft.com/office/powerpoint/2010/main" val="2806567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BB90-9638-3C3A-B222-488D831D48DB}"/>
            </a:ext>
          </a:extLst>
        </p:cNvPr>
        <p:cNvGrpSpPr/>
        <p:nvPr/>
      </p:nvGrpSpPr>
      <p:grpSpPr>
        <a:xfrm>
          <a:off x="0" y="0"/>
          <a:ext cx="0" cy="0"/>
          <a:chOff x="0" y="0"/>
          <a:chExt cx="0" cy="0"/>
        </a:xfrm>
      </p:grpSpPr>
    </p:spTree>
    <p:extLst>
      <p:ext uri="{BB962C8B-B14F-4D97-AF65-F5344CB8AC3E}">
        <p14:creationId xmlns:p14="http://schemas.microsoft.com/office/powerpoint/2010/main" val="2681445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499B0-158E-520E-3F59-D916C8B885CD}"/>
            </a:ext>
          </a:extLst>
        </p:cNvPr>
        <p:cNvGrpSpPr/>
        <p:nvPr/>
      </p:nvGrpSpPr>
      <p:grpSpPr>
        <a:xfrm>
          <a:off x="0" y="0"/>
          <a:ext cx="0" cy="0"/>
          <a:chOff x="0" y="0"/>
          <a:chExt cx="0" cy="0"/>
        </a:xfrm>
      </p:grpSpPr>
    </p:spTree>
    <p:extLst>
      <p:ext uri="{BB962C8B-B14F-4D97-AF65-F5344CB8AC3E}">
        <p14:creationId xmlns:p14="http://schemas.microsoft.com/office/powerpoint/2010/main" val="1296909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EA084-A36F-9110-BE67-D54C3174598D}"/>
            </a:ext>
          </a:extLst>
        </p:cNvPr>
        <p:cNvGrpSpPr/>
        <p:nvPr/>
      </p:nvGrpSpPr>
      <p:grpSpPr>
        <a:xfrm>
          <a:off x="0" y="0"/>
          <a:ext cx="0" cy="0"/>
          <a:chOff x="0" y="0"/>
          <a:chExt cx="0" cy="0"/>
        </a:xfrm>
      </p:grpSpPr>
    </p:spTree>
    <p:extLst>
      <p:ext uri="{BB962C8B-B14F-4D97-AF65-F5344CB8AC3E}">
        <p14:creationId xmlns:p14="http://schemas.microsoft.com/office/powerpoint/2010/main" val="1418837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593DF-A221-7A10-0DB8-38E9AAB2F664}"/>
            </a:ext>
          </a:extLst>
        </p:cNvPr>
        <p:cNvGrpSpPr/>
        <p:nvPr/>
      </p:nvGrpSpPr>
      <p:grpSpPr>
        <a:xfrm>
          <a:off x="0" y="0"/>
          <a:ext cx="0" cy="0"/>
          <a:chOff x="0" y="0"/>
          <a:chExt cx="0" cy="0"/>
        </a:xfrm>
      </p:grpSpPr>
    </p:spTree>
    <p:extLst>
      <p:ext uri="{BB962C8B-B14F-4D97-AF65-F5344CB8AC3E}">
        <p14:creationId xmlns:p14="http://schemas.microsoft.com/office/powerpoint/2010/main" val="6780471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2C3BC-06D3-A29F-8C92-1327197601EF}"/>
            </a:ext>
          </a:extLst>
        </p:cNvPr>
        <p:cNvGrpSpPr/>
        <p:nvPr/>
      </p:nvGrpSpPr>
      <p:grpSpPr>
        <a:xfrm>
          <a:off x="0" y="0"/>
          <a:ext cx="0" cy="0"/>
          <a:chOff x="0" y="0"/>
          <a:chExt cx="0" cy="0"/>
        </a:xfrm>
      </p:grpSpPr>
    </p:spTree>
    <p:extLst>
      <p:ext uri="{BB962C8B-B14F-4D97-AF65-F5344CB8AC3E}">
        <p14:creationId xmlns:p14="http://schemas.microsoft.com/office/powerpoint/2010/main" val="1112963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84E3-A083-B15A-F935-11A1B075BC77}"/>
            </a:ext>
          </a:extLst>
        </p:cNvPr>
        <p:cNvGrpSpPr/>
        <p:nvPr/>
      </p:nvGrpSpPr>
      <p:grpSpPr>
        <a:xfrm>
          <a:off x="0" y="0"/>
          <a:ext cx="0" cy="0"/>
          <a:chOff x="0" y="0"/>
          <a:chExt cx="0" cy="0"/>
        </a:xfrm>
      </p:grpSpPr>
    </p:spTree>
    <p:extLst>
      <p:ext uri="{BB962C8B-B14F-4D97-AF65-F5344CB8AC3E}">
        <p14:creationId xmlns:p14="http://schemas.microsoft.com/office/powerpoint/2010/main" val="1877614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3D218-2FB4-CF43-C3B5-AB31D220662C}"/>
            </a:ext>
          </a:extLst>
        </p:cNvPr>
        <p:cNvGrpSpPr/>
        <p:nvPr/>
      </p:nvGrpSpPr>
      <p:grpSpPr>
        <a:xfrm>
          <a:off x="0" y="0"/>
          <a:ext cx="0" cy="0"/>
          <a:chOff x="0" y="0"/>
          <a:chExt cx="0" cy="0"/>
        </a:xfrm>
      </p:grpSpPr>
    </p:spTree>
    <p:extLst>
      <p:ext uri="{BB962C8B-B14F-4D97-AF65-F5344CB8AC3E}">
        <p14:creationId xmlns:p14="http://schemas.microsoft.com/office/powerpoint/2010/main" val="37873756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1C003-7329-F308-0BF9-319ED01319EB}"/>
            </a:ext>
          </a:extLst>
        </p:cNvPr>
        <p:cNvGrpSpPr/>
        <p:nvPr/>
      </p:nvGrpSpPr>
      <p:grpSpPr>
        <a:xfrm>
          <a:off x="0" y="0"/>
          <a:ext cx="0" cy="0"/>
          <a:chOff x="0" y="0"/>
          <a:chExt cx="0" cy="0"/>
        </a:xfrm>
      </p:grpSpPr>
    </p:spTree>
    <p:extLst>
      <p:ext uri="{BB962C8B-B14F-4D97-AF65-F5344CB8AC3E}">
        <p14:creationId xmlns:p14="http://schemas.microsoft.com/office/powerpoint/2010/main" val="4830367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4246D-EE65-D8A1-56B3-869160E7FA31}"/>
            </a:ext>
          </a:extLst>
        </p:cNvPr>
        <p:cNvGrpSpPr/>
        <p:nvPr/>
      </p:nvGrpSpPr>
      <p:grpSpPr>
        <a:xfrm>
          <a:off x="0" y="0"/>
          <a:ext cx="0" cy="0"/>
          <a:chOff x="0" y="0"/>
          <a:chExt cx="0" cy="0"/>
        </a:xfrm>
      </p:grpSpPr>
    </p:spTree>
    <p:extLst>
      <p:ext uri="{BB962C8B-B14F-4D97-AF65-F5344CB8AC3E}">
        <p14:creationId xmlns:p14="http://schemas.microsoft.com/office/powerpoint/2010/main" val="14999669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873C8-4067-8F44-AFF1-5096CD1B4E98}"/>
            </a:ext>
          </a:extLst>
        </p:cNvPr>
        <p:cNvGrpSpPr/>
        <p:nvPr/>
      </p:nvGrpSpPr>
      <p:grpSpPr>
        <a:xfrm>
          <a:off x="0" y="0"/>
          <a:ext cx="0" cy="0"/>
          <a:chOff x="0" y="0"/>
          <a:chExt cx="0" cy="0"/>
        </a:xfrm>
      </p:grpSpPr>
    </p:spTree>
    <p:extLst>
      <p:ext uri="{BB962C8B-B14F-4D97-AF65-F5344CB8AC3E}">
        <p14:creationId xmlns:p14="http://schemas.microsoft.com/office/powerpoint/2010/main" val="5119417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16E0C-4949-7548-44DB-E425CE9DCC08}"/>
            </a:ext>
          </a:extLst>
        </p:cNvPr>
        <p:cNvGrpSpPr/>
        <p:nvPr/>
      </p:nvGrpSpPr>
      <p:grpSpPr>
        <a:xfrm>
          <a:off x="0" y="0"/>
          <a:ext cx="0" cy="0"/>
          <a:chOff x="0" y="0"/>
          <a:chExt cx="0" cy="0"/>
        </a:xfrm>
      </p:grpSpPr>
    </p:spTree>
    <p:extLst>
      <p:ext uri="{BB962C8B-B14F-4D97-AF65-F5344CB8AC3E}">
        <p14:creationId xmlns:p14="http://schemas.microsoft.com/office/powerpoint/2010/main" val="7482481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7C346-6039-F9A7-2611-0A053528E408}"/>
            </a:ext>
          </a:extLst>
        </p:cNvPr>
        <p:cNvGrpSpPr/>
        <p:nvPr/>
      </p:nvGrpSpPr>
      <p:grpSpPr>
        <a:xfrm>
          <a:off x="0" y="0"/>
          <a:ext cx="0" cy="0"/>
          <a:chOff x="0" y="0"/>
          <a:chExt cx="0" cy="0"/>
        </a:xfrm>
      </p:grpSpPr>
    </p:spTree>
    <p:extLst>
      <p:ext uri="{BB962C8B-B14F-4D97-AF65-F5344CB8AC3E}">
        <p14:creationId xmlns:p14="http://schemas.microsoft.com/office/powerpoint/2010/main" val="1993225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DD276-5726-A792-D72E-F50224C68625}"/>
            </a:ext>
          </a:extLst>
        </p:cNvPr>
        <p:cNvGrpSpPr/>
        <p:nvPr/>
      </p:nvGrpSpPr>
      <p:grpSpPr>
        <a:xfrm>
          <a:off x="0" y="0"/>
          <a:ext cx="0" cy="0"/>
          <a:chOff x="0" y="0"/>
          <a:chExt cx="0" cy="0"/>
        </a:xfrm>
      </p:grpSpPr>
    </p:spTree>
    <p:extLst>
      <p:ext uri="{BB962C8B-B14F-4D97-AF65-F5344CB8AC3E}">
        <p14:creationId xmlns:p14="http://schemas.microsoft.com/office/powerpoint/2010/main" val="81064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CDCE9-73AC-60EB-0506-B81E06A0280E}"/>
            </a:ext>
          </a:extLst>
        </p:cNvPr>
        <p:cNvGrpSpPr/>
        <p:nvPr/>
      </p:nvGrpSpPr>
      <p:grpSpPr>
        <a:xfrm>
          <a:off x="0" y="0"/>
          <a:ext cx="0" cy="0"/>
          <a:chOff x="0" y="0"/>
          <a:chExt cx="0" cy="0"/>
        </a:xfrm>
      </p:grpSpPr>
    </p:spTree>
    <p:extLst>
      <p:ext uri="{BB962C8B-B14F-4D97-AF65-F5344CB8AC3E}">
        <p14:creationId xmlns:p14="http://schemas.microsoft.com/office/powerpoint/2010/main" val="4166761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887E4-62D4-038F-945A-659A93F28A12}"/>
            </a:ext>
          </a:extLst>
        </p:cNvPr>
        <p:cNvGrpSpPr/>
        <p:nvPr/>
      </p:nvGrpSpPr>
      <p:grpSpPr>
        <a:xfrm>
          <a:off x="0" y="0"/>
          <a:ext cx="0" cy="0"/>
          <a:chOff x="0" y="0"/>
          <a:chExt cx="0" cy="0"/>
        </a:xfrm>
      </p:grpSpPr>
    </p:spTree>
    <p:extLst>
      <p:ext uri="{BB962C8B-B14F-4D97-AF65-F5344CB8AC3E}">
        <p14:creationId xmlns:p14="http://schemas.microsoft.com/office/powerpoint/2010/main" val="1718851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6409C-E389-217C-7E8E-1ED3A14D444D}"/>
            </a:ext>
          </a:extLst>
        </p:cNvPr>
        <p:cNvGrpSpPr/>
        <p:nvPr/>
      </p:nvGrpSpPr>
      <p:grpSpPr>
        <a:xfrm>
          <a:off x="0" y="0"/>
          <a:ext cx="0" cy="0"/>
          <a:chOff x="0" y="0"/>
          <a:chExt cx="0" cy="0"/>
        </a:xfrm>
      </p:grpSpPr>
    </p:spTree>
    <p:extLst>
      <p:ext uri="{BB962C8B-B14F-4D97-AF65-F5344CB8AC3E}">
        <p14:creationId xmlns:p14="http://schemas.microsoft.com/office/powerpoint/2010/main" val="15351449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E7117-7D3B-44F3-8DD3-20070285A214}"/>
            </a:ext>
          </a:extLst>
        </p:cNvPr>
        <p:cNvGrpSpPr/>
        <p:nvPr/>
      </p:nvGrpSpPr>
      <p:grpSpPr>
        <a:xfrm>
          <a:off x="0" y="0"/>
          <a:ext cx="0" cy="0"/>
          <a:chOff x="0" y="0"/>
          <a:chExt cx="0" cy="0"/>
        </a:xfrm>
      </p:grpSpPr>
    </p:spTree>
    <p:extLst>
      <p:ext uri="{BB962C8B-B14F-4D97-AF65-F5344CB8AC3E}">
        <p14:creationId xmlns:p14="http://schemas.microsoft.com/office/powerpoint/2010/main" val="39717636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EE1D2-773D-5215-F2AD-F2E25328F938}"/>
            </a:ext>
          </a:extLst>
        </p:cNvPr>
        <p:cNvGrpSpPr/>
        <p:nvPr/>
      </p:nvGrpSpPr>
      <p:grpSpPr>
        <a:xfrm>
          <a:off x="0" y="0"/>
          <a:ext cx="0" cy="0"/>
          <a:chOff x="0" y="0"/>
          <a:chExt cx="0" cy="0"/>
        </a:xfrm>
      </p:grpSpPr>
    </p:spTree>
    <p:extLst>
      <p:ext uri="{BB962C8B-B14F-4D97-AF65-F5344CB8AC3E}">
        <p14:creationId xmlns:p14="http://schemas.microsoft.com/office/powerpoint/2010/main" val="39516049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A0B70-57AD-CFD8-0FDD-859C37911D6D}"/>
            </a:ext>
          </a:extLst>
        </p:cNvPr>
        <p:cNvGrpSpPr/>
        <p:nvPr/>
      </p:nvGrpSpPr>
      <p:grpSpPr>
        <a:xfrm>
          <a:off x="0" y="0"/>
          <a:ext cx="0" cy="0"/>
          <a:chOff x="0" y="0"/>
          <a:chExt cx="0" cy="0"/>
        </a:xfrm>
      </p:grpSpPr>
    </p:spTree>
    <p:extLst>
      <p:ext uri="{BB962C8B-B14F-4D97-AF65-F5344CB8AC3E}">
        <p14:creationId xmlns:p14="http://schemas.microsoft.com/office/powerpoint/2010/main" val="37369247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63E60-A213-6D6E-FBA3-6911C482ECFA}"/>
            </a:ext>
          </a:extLst>
        </p:cNvPr>
        <p:cNvGrpSpPr/>
        <p:nvPr/>
      </p:nvGrpSpPr>
      <p:grpSpPr>
        <a:xfrm>
          <a:off x="0" y="0"/>
          <a:ext cx="0" cy="0"/>
          <a:chOff x="0" y="0"/>
          <a:chExt cx="0" cy="0"/>
        </a:xfrm>
      </p:grpSpPr>
    </p:spTree>
    <p:extLst>
      <p:ext uri="{BB962C8B-B14F-4D97-AF65-F5344CB8AC3E}">
        <p14:creationId xmlns:p14="http://schemas.microsoft.com/office/powerpoint/2010/main" val="41950593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2BE63-A259-011B-5B13-142BEC20D43B}"/>
            </a:ext>
          </a:extLst>
        </p:cNvPr>
        <p:cNvGrpSpPr/>
        <p:nvPr/>
      </p:nvGrpSpPr>
      <p:grpSpPr>
        <a:xfrm>
          <a:off x="0" y="0"/>
          <a:ext cx="0" cy="0"/>
          <a:chOff x="0" y="0"/>
          <a:chExt cx="0" cy="0"/>
        </a:xfrm>
      </p:grpSpPr>
    </p:spTree>
    <p:extLst>
      <p:ext uri="{BB962C8B-B14F-4D97-AF65-F5344CB8AC3E}">
        <p14:creationId xmlns:p14="http://schemas.microsoft.com/office/powerpoint/2010/main" val="13559829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AD985-5909-7587-343E-F04EE8EACF85}"/>
            </a:ext>
          </a:extLst>
        </p:cNvPr>
        <p:cNvGrpSpPr/>
        <p:nvPr/>
      </p:nvGrpSpPr>
      <p:grpSpPr>
        <a:xfrm>
          <a:off x="0" y="0"/>
          <a:ext cx="0" cy="0"/>
          <a:chOff x="0" y="0"/>
          <a:chExt cx="0" cy="0"/>
        </a:xfrm>
      </p:grpSpPr>
    </p:spTree>
    <p:extLst>
      <p:ext uri="{BB962C8B-B14F-4D97-AF65-F5344CB8AC3E}">
        <p14:creationId xmlns:p14="http://schemas.microsoft.com/office/powerpoint/2010/main" val="28676847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69FB6-82C8-B173-8861-62953A68B506}"/>
            </a:ext>
          </a:extLst>
        </p:cNvPr>
        <p:cNvGrpSpPr/>
        <p:nvPr/>
      </p:nvGrpSpPr>
      <p:grpSpPr>
        <a:xfrm>
          <a:off x="0" y="0"/>
          <a:ext cx="0" cy="0"/>
          <a:chOff x="0" y="0"/>
          <a:chExt cx="0" cy="0"/>
        </a:xfrm>
      </p:grpSpPr>
    </p:spTree>
    <p:extLst>
      <p:ext uri="{BB962C8B-B14F-4D97-AF65-F5344CB8AC3E}">
        <p14:creationId xmlns:p14="http://schemas.microsoft.com/office/powerpoint/2010/main" val="4929493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04033-53DE-4635-BCF1-793B42FD585A}"/>
            </a:ext>
          </a:extLst>
        </p:cNvPr>
        <p:cNvGrpSpPr/>
        <p:nvPr/>
      </p:nvGrpSpPr>
      <p:grpSpPr>
        <a:xfrm>
          <a:off x="0" y="0"/>
          <a:ext cx="0" cy="0"/>
          <a:chOff x="0" y="0"/>
          <a:chExt cx="0" cy="0"/>
        </a:xfrm>
      </p:grpSpPr>
    </p:spTree>
    <p:extLst>
      <p:ext uri="{BB962C8B-B14F-4D97-AF65-F5344CB8AC3E}">
        <p14:creationId xmlns:p14="http://schemas.microsoft.com/office/powerpoint/2010/main" val="4926779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9E061-FAAF-16F7-7F06-6EA9EC085957}"/>
            </a:ext>
          </a:extLst>
        </p:cNvPr>
        <p:cNvGrpSpPr/>
        <p:nvPr/>
      </p:nvGrpSpPr>
      <p:grpSpPr>
        <a:xfrm>
          <a:off x="0" y="0"/>
          <a:ext cx="0" cy="0"/>
          <a:chOff x="0" y="0"/>
          <a:chExt cx="0" cy="0"/>
        </a:xfrm>
      </p:grpSpPr>
    </p:spTree>
    <p:extLst>
      <p:ext uri="{BB962C8B-B14F-4D97-AF65-F5344CB8AC3E}">
        <p14:creationId xmlns:p14="http://schemas.microsoft.com/office/powerpoint/2010/main" val="19213169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A07E8-7DBD-7756-4FAF-30D6EECF2EEA}"/>
            </a:ext>
          </a:extLst>
        </p:cNvPr>
        <p:cNvGrpSpPr/>
        <p:nvPr/>
      </p:nvGrpSpPr>
      <p:grpSpPr>
        <a:xfrm>
          <a:off x="0" y="0"/>
          <a:ext cx="0" cy="0"/>
          <a:chOff x="0" y="0"/>
          <a:chExt cx="0" cy="0"/>
        </a:xfrm>
      </p:grpSpPr>
    </p:spTree>
    <p:extLst>
      <p:ext uri="{BB962C8B-B14F-4D97-AF65-F5344CB8AC3E}">
        <p14:creationId xmlns:p14="http://schemas.microsoft.com/office/powerpoint/2010/main" val="4009178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60EA9-56B1-E128-8502-E1DC98C29949}"/>
            </a:ext>
          </a:extLst>
        </p:cNvPr>
        <p:cNvGrpSpPr/>
        <p:nvPr/>
      </p:nvGrpSpPr>
      <p:grpSpPr>
        <a:xfrm>
          <a:off x="0" y="0"/>
          <a:ext cx="0" cy="0"/>
          <a:chOff x="0" y="0"/>
          <a:chExt cx="0" cy="0"/>
        </a:xfrm>
      </p:grpSpPr>
    </p:spTree>
    <p:extLst>
      <p:ext uri="{BB962C8B-B14F-4D97-AF65-F5344CB8AC3E}">
        <p14:creationId xmlns:p14="http://schemas.microsoft.com/office/powerpoint/2010/main" val="29894962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F571F-29E6-9F97-ECEB-E8464649A4F3}"/>
            </a:ext>
          </a:extLst>
        </p:cNvPr>
        <p:cNvGrpSpPr/>
        <p:nvPr/>
      </p:nvGrpSpPr>
      <p:grpSpPr>
        <a:xfrm>
          <a:off x="0" y="0"/>
          <a:ext cx="0" cy="0"/>
          <a:chOff x="0" y="0"/>
          <a:chExt cx="0" cy="0"/>
        </a:xfrm>
      </p:grpSpPr>
    </p:spTree>
    <p:extLst>
      <p:ext uri="{BB962C8B-B14F-4D97-AF65-F5344CB8AC3E}">
        <p14:creationId xmlns:p14="http://schemas.microsoft.com/office/powerpoint/2010/main" val="36073409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CE3F7-1D3E-B900-2679-E5A5A325121B}"/>
            </a:ext>
          </a:extLst>
        </p:cNvPr>
        <p:cNvGrpSpPr/>
        <p:nvPr/>
      </p:nvGrpSpPr>
      <p:grpSpPr>
        <a:xfrm>
          <a:off x="0" y="0"/>
          <a:ext cx="0" cy="0"/>
          <a:chOff x="0" y="0"/>
          <a:chExt cx="0" cy="0"/>
        </a:xfrm>
      </p:grpSpPr>
    </p:spTree>
    <p:extLst>
      <p:ext uri="{BB962C8B-B14F-4D97-AF65-F5344CB8AC3E}">
        <p14:creationId xmlns:p14="http://schemas.microsoft.com/office/powerpoint/2010/main" val="7677103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8A8B4-D23A-3E3C-833A-FCFBE63EF426}"/>
            </a:ext>
          </a:extLst>
        </p:cNvPr>
        <p:cNvGrpSpPr/>
        <p:nvPr/>
      </p:nvGrpSpPr>
      <p:grpSpPr>
        <a:xfrm>
          <a:off x="0" y="0"/>
          <a:ext cx="0" cy="0"/>
          <a:chOff x="0" y="0"/>
          <a:chExt cx="0" cy="0"/>
        </a:xfrm>
      </p:grpSpPr>
    </p:spTree>
    <p:extLst>
      <p:ext uri="{BB962C8B-B14F-4D97-AF65-F5344CB8AC3E}">
        <p14:creationId xmlns:p14="http://schemas.microsoft.com/office/powerpoint/2010/main" val="7120247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8F7D1-4CE0-6D57-4642-075176750848}"/>
            </a:ext>
          </a:extLst>
        </p:cNvPr>
        <p:cNvGrpSpPr/>
        <p:nvPr/>
      </p:nvGrpSpPr>
      <p:grpSpPr>
        <a:xfrm>
          <a:off x="0" y="0"/>
          <a:ext cx="0" cy="0"/>
          <a:chOff x="0" y="0"/>
          <a:chExt cx="0" cy="0"/>
        </a:xfrm>
      </p:grpSpPr>
    </p:spTree>
    <p:extLst>
      <p:ext uri="{BB962C8B-B14F-4D97-AF65-F5344CB8AC3E}">
        <p14:creationId xmlns:p14="http://schemas.microsoft.com/office/powerpoint/2010/main" val="17127329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8BB3A-4409-E8C1-04B4-B410B85E9E53}"/>
            </a:ext>
          </a:extLst>
        </p:cNvPr>
        <p:cNvGrpSpPr/>
        <p:nvPr/>
      </p:nvGrpSpPr>
      <p:grpSpPr>
        <a:xfrm>
          <a:off x="0" y="0"/>
          <a:ext cx="0" cy="0"/>
          <a:chOff x="0" y="0"/>
          <a:chExt cx="0" cy="0"/>
        </a:xfrm>
      </p:grpSpPr>
    </p:spTree>
    <p:extLst>
      <p:ext uri="{BB962C8B-B14F-4D97-AF65-F5344CB8AC3E}">
        <p14:creationId xmlns:p14="http://schemas.microsoft.com/office/powerpoint/2010/main" val="38261025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D5D3F-BB12-9D28-FDBB-D17F48CA1524}"/>
            </a:ext>
          </a:extLst>
        </p:cNvPr>
        <p:cNvGrpSpPr/>
        <p:nvPr/>
      </p:nvGrpSpPr>
      <p:grpSpPr>
        <a:xfrm>
          <a:off x="0" y="0"/>
          <a:ext cx="0" cy="0"/>
          <a:chOff x="0" y="0"/>
          <a:chExt cx="0" cy="0"/>
        </a:xfrm>
      </p:grpSpPr>
    </p:spTree>
    <p:extLst>
      <p:ext uri="{BB962C8B-B14F-4D97-AF65-F5344CB8AC3E}">
        <p14:creationId xmlns:p14="http://schemas.microsoft.com/office/powerpoint/2010/main" val="8751833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31A70-AEC8-A2E2-74F4-DFDED5DF8D6A}"/>
            </a:ext>
          </a:extLst>
        </p:cNvPr>
        <p:cNvGrpSpPr/>
        <p:nvPr/>
      </p:nvGrpSpPr>
      <p:grpSpPr>
        <a:xfrm>
          <a:off x="0" y="0"/>
          <a:ext cx="0" cy="0"/>
          <a:chOff x="0" y="0"/>
          <a:chExt cx="0" cy="0"/>
        </a:xfrm>
      </p:grpSpPr>
    </p:spTree>
    <p:extLst>
      <p:ext uri="{BB962C8B-B14F-4D97-AF65-F5344CB8AC3E}">
        <p14:creationId xmlns:p14="http://schemas.microsoft.com/office/powerpoint/2010/main" val="28568042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52E52-CE1C-834D-EA6F-7A8E8651DB86}"/>
            </a:ext>
          </a:extLst>
        </p:cNvPr>
        <p:cNvGrpSpPr/>
        <p:nvPr/>
      </p:nvGrpSpPr>
      <p:grpSpPr>
        <a:xfrm>
          <a:off x="0" y="0"/>
          <a:ext cx="0" cy="0"/>
          <a:chOff x="0" y="0"/>
          <a:chExt cx="0" cy="0"/>
        </a:xfrm>
      </p:grpSpPr>
    </p:spTree>
    <p:extLst>
      <p:ext uri="{BB962C8B-B14F-4D97-AF65-F5344CB8AC3E}">
        <p14:creationId xmlns:p14="http://schemas.microsoft.com/office/powerpoint/2010/main" val="11232299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0AB81-15BA-F0DB-16E7-8BC761291659}"/>
            </a:ext>
          </a:extLst>
        </p:cNvPr>
        <p:cNvGrpSpPr/>
        <p:nvPr/>
      </p:nvGrpSpPr>
      <p:grpSpPr>
        <a:xfrm>
          <a:off x="0" y="0"/>
          <a:ext cx="0" cy="0"/>
          <a:chOff x="0" y="0"/>
          <a:chExt cx="0" cy="0"/>
        </a:xfrm>
      </p:grpSpPr>
    </p:spTree>
    <p:extLst>
      <p:ext uri="{BB962C8B-B14F-4D97-AF65-F5344CB8AC3E}">
        <p14:creationId xmlns:p14="http://schemas.microsoft.com/office/powerpoint/2010/main" val="14874513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4308C-5B20-BA6E-0CBC-9983475FE686}"/>
            </a:ext>
          </a:extLst>
        </p:cNvPr>
        <p:cNvGrpSpPr/>
        <p:nvPr/>
      </p:nvGrpSpPr>
      <p:grpSpPr>
        <a:xfrm>
          <a:off x="0" y="0"/>
          <a:ext cx="0" cy="0"/>
          <a:chOff x="0" y="0"/>
          <a:chExt cx="0" cy="0"/>
        </a:xfrm>
      </p:grpSpPr>
    </p:spTree>
    <p:extLst>
      <p:ext uri="{BB962C8B-B14F-4D97-AF65-F5344CB8AC3E}">
        <p14:creationId xmlns:p14="http://schemas.microsoft.com/office/powerpoint/2010/main" val="16615825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D255-0379-3D2C-9D09-728B4A361CC1}"/>
            </a:ext>
          </a:extLst>
        </p:cNvPr>
        <p:cNvGrpSpPr/>
        <p:nvPr/>
      </p:nvGrpSpPr>
      <p:grpSpPr>
        <a:xfrm>
          <a:off x="0" y="0"/>
          <a:ext cx="0" cy="0"/>
          <a:chOff x="0" y="0"/>
          <a:chExt cx="0" cy="0"/>
        </a:xfrm>
      </p:grpSpPr>
    </p:spTree>
    <p:extLst>
      <p:ext uri="{BB962C8B-B14F-4D97-AF65-F5344CB8AC3E}">
        <p14:creationId xmlns:p14="http://schemas.microsoft.com/office/powerpoint/2010/main" val="23930195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EE976-E323-A913-7709-FD0CC3D83F48}"/>
            </a:ext>
          </a:extLst>
        </p:cNvPr>
        <p:cNvGrpSpPr/>
        <p:nvPr/>
      </p:nvGrpSpPr>
      <p:grpSpPr>
        <a:xfrm>
          <a:off x="0" y="0"/>
          <a:ext cx="0" cy="0"/>
          <a:chOff x="0" y="0"/>
          <a:chExt cx="0" cy="0"/>
        </a:xfrm>
      </p:grpSpPr>
    </p:spTree>
    <p:extLst>
      <p:ext uri="{BB962C8B-B14F-4D97-AF65-F5344CB8AC3E}">
        <p14:creationId xmlns:p14="http://schemas.microsoft.com/office/powerpoint/2010/main" val="5389650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8C923-1410-5D42-7DAA-84D5BBD0034A}"/>
            </a:ext>
          </a:extLst>
        </p:cNvPr>
        <p:cNvGrpSpPr/>
        <p:nvPr/>
      </p:nvGrpSpPr>
      <p:grpSpPr>
        <a:xfrm>
          <a:off x="0" y="0"/>
          <a:ext cx="0" cy="0"/>
          <a:chOff x="0" y="0"/>
          <a:chExt cx="0" cy="0"/>
        </a:xfrm>
      </p:grpSpPr>
    </p:spTree>
    <p:extLst>
      <p:ext uri="{BB962C8B-B14F-4D97-AF65-F5344CB8AC3E}">
        <p14:creationId xmlns:p14="http://schemas.microsoft.com/office/powerpoint/2010/main" val="42441748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C9EEC-4ACB-1C8A-6461-C114265B8ADE}"/>
            </a:ext>
          </a:extLst>
        </p:cNvPr>
        <p:cNvGrpSpPr/>
        <p:nvPr/>
      </p:nvGrpSpPr>
      <p:grpSpPr>
        <a:xfrm>
          <a:off x="0" y="0"/>
          <a:ext cx="0" cy="0"/>
          <a:chOff x="0" y="0"/>
          <a:chExt cx="0" cy="0"/>
        </a:xfrm>
      </p:grpSpPr>
    </p:spTree>
    <p:extLst>
      <p:ext uri="{BB962C8B-B14F-4D97-AF65-F5344CB8AC3E}">
        <p14:creationId xmlns:p14="http://schemas.microsoft.com/office/powerpoint/2010/main" val="41854794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0E8F8-C60E-7900-3B82-32B63F243F02}"/>
            </a:ext>
          </a:extLst>
        </p:cNvPr>
        <p:cNvGrpSpPr/>
        <p:nvPr/>
      </p:nvGrpSpPr>
      <p:grpSpPr>
        <a:xfrm>
          <a:off x="0" y="0"/>
          <a:ext cx="0" cy="0"/>
          <a:chOff x="0" y="0"/>
          <a:chExt cx="0" cy="0"/>
        </a:xfrm>
      </p:grpSpPr>
    </p:spTree>
    <p:extLst>
      <p:ext uri="{BB962C8B-B14F-4D97-AF65-F5344CB8AC3E}">
        <p14:creationId xmlns:p14="http://schemas.microsoft.com/office/powerpoint/2010/main" val="41564997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982FC-D4A0-C096-FA3E-A57CE1EF196D}"/>
            </a:ext>
          </a:extLst>
        </p:cNvPr>
        <p:cNvGrpSpPr/>
        <p:nvPr/>
      </p:nvGrpSpPr>
      <p:grpSpPr>
        <a:xfrm>
          <a:off x="0" y="0"/>
          <a:ext cx="0" cy="0"/>
          <a:chOff x="0" y="0"/>
          <a:chExt cx="0" cy="0"/>
        </a:xfrm>
      </p:grpSpPr>
    </p:spTree>
    <p:extLst>
      <p:ext uri="{BB962C8B-B14F-4D97-AF65-F5344CB8AC3E}">
        <p14:creationId xmlns:p14="http://schemas.microsoft.com/office/powerpoint/2010/main" val="21397235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CAC76-AC9C-AAEF-D847-AC88AADF9335}"/>
            </a:ext>
          </a:extLst>
        </p:cNvPr>
        <p:cNvGrpSpPr/>
        <p:nvPr/>
      </p:nvGrpSpPr>
      <p:grpSpPr>
        <a:xfrm>
          <a:off x="0" y="0"/>
          <a:ext cx="0" cy="0"/>
          <a:chOff x="0" y="0"/>
          <a:chExt cx="0" cy="0"/>
        </a:xfrm>
      </p:grpSpPr>
    </p:spTree>
    <p:extLst>
      <p:ext uri="{BB962C8B-B14F-4D97-AF65-F5344CB8AC3E}">
        <p14:creationId xmlns:p14="http://schemas.microsoft.com/office/powerpoint/2010/main" val="35492096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7F1C9-32E2-2BE6-038C-81316DB9817A}"/>
            </a:ext>
          </a:extLst>
        </p:cNvPr>
        <p:cNvGrpSpPr/>
        <p:nvPr/>
      </p:nvGrpSpPr>
      <p:grpSpPr>
        <a:xfrm>
          <a:off x="0" y="0"/>
          <a:ext cx="0" cy="0"/>
          <a:chOff x="0" y="0"/>
          <a:chExt cx="0" cy="0"/>
        </a:xfrm>
      </p:grpSpPr>
    </p:spTree>
    <p:extLst>
      <p:ext uri="{BB962C8B-B14F-4D97-AF65-F5344CB8AC3E}">
        <p14:creationId xmlns:p14="http://schemas.microsoft.com/office/powerpoint/2010/main" val="24602721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9DBA2-9BF4-1EEA-DDFB-E01F074EA20D}"/>
            </a:ext>
          </a:extLst>
        </p:cNvPr>
        <p:cNvGrpSpPr/>
        <p:nvPr/>
      </p:nvGrpSpPr>
      <p:grpSpPr>
        <a:xfrm>
          <a:off x="0" y="0"/>
          <a:ext cx="0" cy="0"/>
          <a:chOff x="0" y="0"/>
          <a:chExt cx="0" cy="0"/>
        </a:xfrm>
      </p:grpSpPr>
    </p:spTree>
    <p:extLst>
      <p:ext uri="{BB962C8B-B14F-4D97-AF65-F5344CB8AC3E}">
        <p14:creationId xmlns:p14="http://schemas.microsoft.com/office/powerpoint/2010/main" val="39772463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F38B1-0A19-8526-0051-4091C6E06A5C}"/>
            </a:ext>
          </a:extLst>
        </p:cNvPr>
        <p:cNvGrpSpPr/>
        <p:nvPr/>
      </p:nvGrpSpPr>
      <p:grpSpPr>
        <a:xfrm>
          <a:off x="0" y="0"/>
          <a:ext cx="0" cy="0"/>
          <a:chOff x="0" y="0"/>
          <a:chExt cx="0" cy="0"/>
        </a:xfrm>
      </p:grpSpPr>
    </p:spTree>
    <p:extLst>
      <p:ext uri="{BB962C8B-B14F-4D97-AF65-F5344CB8AC3E}">
        <p14:creationId xmlns:p14="http://schemas.microsoft.com/office/powerpoint/2010/main" val="39577382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83EB1-0C57-3ECA-8170-23CAE1EE9A45}"/>
            </a:ext>
          </a:extLst>
        </p:cNvPr>
        <p:cNvGrpSpPr/>
        <p:nvPr/>
      </p:nvGrpSpPr>
      <p:grpSpPr>
        <a:xfrm>
          <a:off x="0" y="0"/>
          <a:ext cx="0" cy="0"/>
          <a:chOff x="0" y="0"/>
          <a:chExt cx="0" cy="0"/>
        </a:xfrm>
      </p:grpSpPr>
    </p:spTree>
    <p:extLst>
      <p:ext uri="{BB962C8B-B14F-4D97-AF65-F5344CB8AC3E}">
        <p14:creationId xmlns:p14="http://schemas.microsoft.com/office/powerpoint/2010/main" val="29206490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A305E-434B-FFBF-EFE1-1462109BEFC8}"/>
            </a:ext>
          </a:extLst>
        </p:cNvPr>
        <p:cNvGrpSpPr/>
        <p:nvPr/>
      </p:nvGrpSpPr>
      <p:grpSpPr>
        <a:xfrm>
          <a:off x="0" y="0"/>
          <a:ext cx="0" cy="0"/>
          <a:chOff x="0" y="0"/>
          <a:chExt cx="0" cy="0"/>
        </a:xfrm>
      </p:grpSpPr>
    </p:spTree>
    <p:extLst>
      <p:ext uri="{BB962C8B-B14F-4D97-AF65-F5344CB8AC3E}">
        <p14:creationId xmlns:p14="http://schemas.microsoft.com/office/powerpoint/2010/main" val="15278892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30744-D7AE-2379-44AB-CF63588DF0F9}"/>
            </a:ext>
          </a:extLst>
        </p:cNvPr>
        <p:cNvGrpSpPr/>
        <p:nvPr/>
      </p:nvGrpSpPr>
      <p:grpSpPr>
        <a:xfrm>
          <a:off x="0" y="0"/>
          <a:ext cx="0" cy="0"/>
          <a:chOff x="0" y="0"/>
          <a:chExt cx="0" cy="0"/>
        </a:xfrm>
      </p:grpSpPr>
    </p:spTree>
    <p:extLst>
      <p:ext uri="{BB962C8B-B14F-4D97-AF65-F5344CB8AC3E}">
        <p14:creationId xmlns:p14="http://schemas.microsoft.com/office/powerpoint/2010/main" val="30008711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555E4-B12D-6009-E60B-3BAE325907D1}"/>
            </a:ext>
          </a:extLst>
        </p:cNvPr>
        <p:cNvGrpSpPr/>
        <p:nvPr/>
      </p:nvGrpSpPr>
      <p:grpSpPr>
        <a:xfrm>
          <a:off x="0" y="0"/>
          <a:ext cx="0" cy="0"/>
          <a:chOff x="0" y="0"/>
          <a:chExt cx="0" cy="0"/>
        </a:xfrm>
      </p:grpSpPr>
    </p:spTree>
    <p:extLst>
      <p:ext uri="{BB962C8B-B14F-4D97-AF65-F5344CB8AC3E}">
        <p14:creationId xmlns:p14="http://schemas.microsoft.com/office/powerpoint/2010/main" val="31862150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1E1A3-EC50-2649-1B5C-43CA5E77342C}"/>
            </a:ext>
          </a:extLst>
        </p:cNvPr>
        <p:cNvGrpSpPr/>
        <p:nvPr/>
      </p:nvGrpSpPr>
      <p:grpSpPr>
        <a:xfrm>
          <a:off x="0" y="0"/>
          <a:ext cx="0" cy="0"/>
          <a:chOff x="0" y="0"/>
          <a:chExt cx="0" cy="0"/>
        </a:xfrm>
      </p:grpSpPr>
    </p:spTree>
    <p:extLst>
      <p:ext uri="{BB962C8B-B14F-4D97-AF65-F5344CB8AC3E}">
        <p14:creationId xmlns:p14="http://schemas.microsoft.com/office/powerpoint/2010/main" val="5135579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90D0A-0E98-8A4C-5792-5AF3D880178A}"/>
            </a:ext>
          </a:extLst>
        </p:cNvPr>
        <p:cNvGrpSpPr/>
        <p:nvPr/>
      </p:nvGrpSpPr>
      <p:grpSpPr>
        <a:xfrm>
          <a:off x="0" y="0"/>
          <a:ext cx="0" cy="0"/>
          <a:chOff x="0" y="0"/>
          <a:chExt cx="0" cy="0"/>
        </a:xfrm>
      </p:grpSpPr>
    </p:spTree>
    <p:extLst>
      <p:ext uri="{BB962C8B-B14F-4D97-AF65-F5344CB8AC3E}">
        <p14:creationId xmlns:p14="http://schemas.microsoft.com/office/powerpoint/2010/main" val="28427856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A43A-3102-24ED-A586-F37B3729BFEE}"/>
            </a:ext>
          </a:extLst>
        </p:cNvPr>
        <p:cNvGrpSpPr/>
        <p:nvPr/>
      </p:nvGrpSpPr>
      <p:grpSpPr>
        <a:xfrm>
          <a:off x="0" y="0"/>
          <a:ext cx="0" cy="0"/>
          <a:chOff x="0" y="0"/>
          <a:chExt cx="0" cy="0"/>
        </a:xfrm>
      </p:grpSpPr>
    </p:spTree>
    <p:extLst>
      <p:ext uri="{BB962C8B-B14F-4D97-AF65-F5344CB8AC3E}">
        <p14:creationId xmlns:p14="http://schemas.microsoft.com/office/powerpoint/2010/main" val="5247398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49B53-1E79-6163-F94F-8982BF4CCEC2}"/>
            </a:ext>
          </a:extLst>
        </p:cNvPr>
        <p:cNvGrpSpPr/>
        <p:nvPr/>
      </p:nvGrpSpPr>
      <p:grpSpPr>
        <a:xfrm>
          <a:off x="0" y="0"/>
          <a:ext cx="0" cy="0"/>
          <a:chOff x="0" y="0"/>
          <a:chExt cx="0" cy="0"/>
        </a:xfrm>
      </p:grpSpPr>
    </p:spTree>
    <p:extLst>
      <p:ext uri="{BB962C8B-B14F-4D97-AF65-F5344CB8AC3E}">
        <p14:creationId xmlns:p14="http://schemas.microsoft.com/office/powerpoint/2010/main" val="6956012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DEB1A-27A1-5FB2-2BD8-AECD70A0B350}"/>
            </a:ext>
          </a:extLst>
        </p:cNvPr>
        <p:cNvGrpSpPr/>
        <p:nvPr/>
      </p:nvGrpSpPr>
      <p:grpSpPr>
        <a:xfrm>
          <a:off x="0" y="0"/>
          <a:ext cx="0" cy="0"/>
          <a:chOff x="0" y="0"/>
          <a:chExt cx="0" cy="0"/>
        </a:xfrm>
      </p:grpSpPr>
    </p:spTree>
    <p:extLst>
      <p:ext uri="{BB962C8B-B14F-4D97-AF65-F5344CB8AC3E}">
        <p14:creationId xmlns:p14="http://schemas.microsoft.com/office/powerpoint/2010/main" val="5073173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B7D40-7950-674F-F6DA-6143849247F7}"/>
            </a:ext>
          </a:extLst>
        </p:cNvPr>
        <p:cNvGrpSpPr/>
        <p:nvPr/>
      </p:nvGrpSpPr>
      <p:grpSpPr>
        <a:xfrm>
          <a:off x="0" y="0"/>
          <a:ext cx="0" cy="0"/>
          <a:chOff x="0" y="0"/>
          <a:chExt cx="0" cy="0"/>
        </a:xfrm>
      </p:grpSpPr>
    </p:spTree>
    <p:extLst>
      <p:ext uri="{BB962C8B-B14F-4D97-AF65-F5344CB8AC3E}">
        <p14:creationId xmlns:p14="http://schemas.microsoft.com/office/powerpoint/2010/main" val="20891776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0D8E7-CE1A-D3C0-A863-6A825966C79E}"/>
            </a:ext>
          </a:extLst>
        </p:cNvPr>
        <p:cNvGrpSpPr/>
        <p:nvPr/>
      </p:nvGrpSpPr>
      <p:grpSpPr>
        <a:xfrm>
          <a:off x="0" y="0"/>
          <a:ext cx="0" cy="0"/>
          <a:chOff x="0" y="0"/>
          <a:chExt cx="0" cy="0"/>
        </a:xfrm>
      </p:grpSpPr>
    </p:spTree>
    <p:extLst>
      <p:ext uri="{BB962C8B-B14F-4D97-AF65-F5344CB8AC3E}">
        <p14:creationId xmlns:p14="http://schemas.microsoft.com/office/powerpoint/2010/main" val="39866786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AEEA5-B0B1-EF32-6B1E-AC56840AB6AB}"/>
            </a:ext>
          </a:extLst>
        </p:cNvPr>
        <p:cNvGrpSpPr/>
        <p:nvPr/>
      </p:nvGrpSpPr>
      <p:grpSpPr>
        <a:xfrm>
          <a:off x="0" y="0"/>
          <a:ext cx="0" cy="0"/>
          <a:chOff x="0" y="0"/>
          <a:chExt cx="0" cy="0"/>
        </a:xfrm>
      </p:grpSpPr>
    </p:spTree>
    <p:extLst>
      <p:ext uri="{BB962C8B-B14F-4D97-AF65-F5344CB8AC3E}">
        <p14:creationId xmlns:p14="http://schemas.microsoft.com/office/powerpoint/2010/main" val="192586114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CF3EF-D988-BF69-515B-9E6BB7E3FAC1}"/>
            </a:ext>
          </a:extLst>
        </p:cNvPr>
        <p:cNvGrpSpPr/>
        <p:nvPr/>
      </p:nvGrpSpPr>
      <p:grpSpPr>
        <a:xfrm>
          <a:off x="0" y="0"/>
          <a:ext cx="0" cy="0"/>
          <a:chOff x="0" y="0"/>
          <a:chExt cx="0" cy="0"/>
        </a:xfrm>
      </p:grpSpPr>
    </p:spTree>
    <p:extLst>
      <p:ext uri="{BB962C8B-B14F-4D97-AF65-F5344CB8AC3E}">
        <p14:creationId xmlns:p14="http://schemas.microsoft.com/office/powerpoint/2010/main" val="32872148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88508-3FA2-11D5-E2A5-FCA12B94D536}"/>
            </a:ext>
          </a:extLst>
        </p:cNvPr>
        <p:cNvGrpSpPr/>
        <p:nvPr/>
      </p:nvGrpSpPr>
      <p:grpSpPr>
        <a:xfrm>
          <a:off x="0" y="0"/>
          <a:ext cx="0" cy="0"/>
          <a:chOff x="0" y="0"/>
          <a:chExt cx="0" cy="0"/>
        </a:xfrm>
      </p:grpSpPr>
    </p:spTree>
    <p:extLst>
      <p:ext uri="{BB962C8B-B14F-4D97-AF65-F5344CB8AC3E}">
        <p14:creationId xmlns:p14="http://schemas.microsoft.com/office/powerpoint/2010/main" val="6617043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63164-5FC2-75B5-DE2E-361852FA5B4B}"/>
            </a:ext>
          </a:extLst>
        </p:cNvPr>
        <p:cNvGrpSpPr/>
        <p:nvPr/>
      </p:nvGrpSpPr>
      <p:grpSpPr>
        <a:xfrm>
          <a:off x="0" y="0"/>
          <a:ext cx="0" cy="0"/>
          <a:chOff x="0" y="0"/>
          <a:chExt cx="0" cy="0"/>
        </a:xfrm>
      </p:grpSpPr>
    </p:spTree>
    <p:extLst>
      <p:ext uri="{BB962C8B-B14F-4D97-AF65-F5344CB8AC3E}">
        <p14:creationId xmlns:p14="http://schemas.microsoft.com/office/powerpoint/2010/main" val="412994811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7D20-F141-B207-EC04-01C1A7EB5EDC}"/>
            </a:ext>
          </a:extLst>
        </p:cNvPr>
        <p:cNvGrpSpPr/>
        <p:nvPr/>
      </p:nvGrpSpPr>
      <p:grpSpPr>
        <a:xfrm>
          <a:off x="0" y="0"/>
          <a:ext cx="0" cy="0"/>
          <a:chOff x="0" y="0"/>
          <a:chExt cx="0" cy="0"/>
        </a:xfrm>
      </p:grpSpPr>
    </p:spTree>
    <p:extLst>
      <p:ext uri="{BB962C8B-B14F-4D97-AF65-F5344CB8AC3E}">
        <p14:creationId xmlns:p14="http://schemas.microsoft.com/office/powerpoint/2010/main" val="25820214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4FF35-5B4E-24B4-055B-710EA3A01E03}"/>
            </a:ext>
          </a:extLst>
        </p:cNvPr>
        <p:cNvGrpSpPr/>
        <p:nvPr/>
      </p:nvGrpSpPr>
      <p:grpSpPr>
        <a:xfrm>
          <a:off x="0" y="0"/>
          <a:ext cx="0" cy="0"/>
          <a:chOff x="0" y="0"/>
          <a:chExt cx="0" cy="0"/>
        </a:xfrm>
      </p:grpSpPr>
    </p:spTree>
    <p:extLst>
      <p:ext uri="{BB962C8B-B14F-4D97-AF65-F5344CB8AC3E}">
        <p14:creationId xmlns:p14="http://schemas.microsoft.com/office/powerpoint/2010/main" val="286902921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8BBDF-F06E-949D-CCA8-726D32CE143C}"/>
            </a:ext>
          </a:extLst>
        </p:cNvPr>
        <p:cNvGrpSpPr/>
        <p:nvPr/>
      </p:nvGrpSpPr>
      <p:grpSpPr>
        <a:xfrm>
          <a:off x="0" y="0"/>
          <a:ext cx="0" cy="0"/>
          <a:chOff x="0" y="0"/>
          <a:chExt cx="0" cy="0"/>
        </a:xfrm>
      </p:grpSpPr>
    </p:spTree>
    <p:extLst>
      <p:ext uri="{BB962C8B-B14F-4D97-AF65-F5344CB8AC3E}">
        <p14:creationId xmlns:p14="http://schemas.microsoft.com/office/powerpoint/2010/main" val="10558441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0DE8B-4F58-3003-A098-9B24F05710D8}"/>
            </a:ext>
          </a:extLst>
        </p:cNvPr>
        <p:cNvGrpSpPr/>
        <p:nvPr/>
      </p:nvGrpSpPr>
      <p:grpSpPr>
        <a:xfrm>
          <a:off x="0" y="0"/>
          <a:ext cx="0" cy="0"/>
          <a:chOff x="0" y="0"/>
          <a:chExt cx="0" cy="0"/>
        </a:xfrm>
      </p:grpSpPr>
    </p:spTree>
    <p:extLst>
      <p:ext uri="{BB962C8B-B14F-4D97-AF65-F5344CB8AC3E}">
        <p14:creationId xmlns:p14="http://schemas.microsoft.com/office/powerpoint/2010/main" val="204832272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0878A-5A29-87E8-B46E-763135CC62FA}"/>
            </a:ext>
          </a:extLst>
        </p:cNvPr>
        <p:cNvGrpSpPr/>
        <p:nvPr/>
      </p:nvGrpSpPr>
      <p:grpSpPr>
        <a:xfrm>
          <a:off x="0" y="0"/>
          <a:ext cx="0" cy="0"/>
          <a:chOff x="0" y="0"/>
          <a:chExt cx="0" cy="0"/>
        </a:xfrm>
      </p:grpSpPr>
    </p:spTree>
    <p:extLst>
      <p:ext uri="{BB962C8B-B14F-4D97-AF65-F5344CB8AC3E}">
        <p14:creationId xmlns:p14="http://schemas.microsoft.com/office/powerpoint/2010/main" val="20282587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76806-DF85-EF39-9D36-82F5A8B830C5}"/>
            </a:ext>
          </a:extLst>
        </p:cNvPr>
        <p:cNvGrpSpPr/>
        <p:nvPr/>
      </p:nvGrpSpPr>
      <p:grpSpPr>
        <a:xfrm>
          <a:off x="0" y="0"/>
          <a:ext cx="0" cy="0"/>
          <a:chOff x="0" y="0"/>
          <a:chExt cx="0" cy="0"/>
        </a:xfrm>
      </p:grpSpPr>
    </p:spTree>
    <p:extLst>
      <p:ext uri="{BB962C8B-B14F-4D97-AF65-F5344CB8AC3E}">
        <p14:creationId xmlns:p14="http://schemas.microsoft.com/office/powerpoint/2010/main" val="26537344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53FE6-4F93-8057-AF46-0E50F5867B6F}"/>
            </a:ext>
          </a:extLst>
        </p:cNvPr>
        <p:cNvGrpSpPr/>
        <p:nvPr/>
      </p:nvGrpSpPr>
      <p:grpSpPr>
        <a:xfrm>
          <a:off x="0" y="0"/>
          <a:ext cx="0" cy="0"/>
          <a:chOff x="0" y="0"/>
          <a:chExt cx="0" cy="0"/>
        </a:xfrm>
      </p:grpSpPr>
    </p:spTree>
    <p:extLst>
      <p:ext uri="{BB962C8B-B14F-4D97-AF65-F5344CB8AC3E}">
        <p14:creationId xmlns:p14="http://schemas.microsoft.com/office/powerpoint/2010/main" val="7337053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1E31C-8AE5-56B1-F68C-F2D4B7772A03}"/>
            </a:ext>
          </a:extLst>
        </p:cNvPr>
        <p:cNvGrpSpPr/>
        <p:nvPr/>
      </p:nvGrpSpPr>
      <p:grpSpPr>
        <a:xfrm>
          <a:off x="0" y="0"/>
          <a:ext cx="0" cy="0"/>
          <a:chOff x="0" y="0"/>
          <a:chExt cx="0" cy="0"/>
        </a:xfrm>
      </p:grpSpPr>
    </p:spTree>
    <p:extLst>
      <p:ext uri="{BB962C8B-B14F-4D97-AF65-F5344CB8AC3E}">
        <p14:creationId xmlns:p14="http://schemas.microsoft.com/office/powerpoint/2010/main" val="7082767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8217B-6ED3-6D38-BDFF-F331157DF109}"/>
            </a:ext>
          </a:extLst>
        </p:cNvPr>
        <p:cNvGrpSpPr/>
        <p:nvPr/>
      </p:nvGrpSpPr>
      <p:grpSpPr>
        <a:xfrm>
          <a:off x="0" y="0"/>
          <a:ext cx="0" cy="0"/>
          <a:chOff x="0" y="0"/>
          <a:chExt cx="0" cy="0"/>
        </a:xfrm>
      </p:grpSpPr>
    </p:spTree>
    <p:extLst>
      <p:ext uri="{BB962C8B-B14F-4D97-AF65-F5344CB8AC3E}">
        <p14:creationId xmlns:p14="http://schemas.microsoft.com/office/powerpoint/2010/main" val="11453819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44863-1CA6-456F-5777-58AABBC0E36A}"/>
            </a:ext>
          </a:extLst>
        </p:cNvPr>
        <p:cNvGrpSpPr/>
        <p:nvPr/>
      </p:nvGrpSpPr>
      <p:grpSpPr>
        <a:xfrm>
          <a:off x="0" y="0"/>
          <a:ext cx="0" cy="0"/>
          <a:chOff x="0" y="0"/>
          <a:chExt cx="0" cy="0"/>
        </a:xfrm>
      </p:grpSpPr>
    </p:spTree>
    <p:extLst>
      <p:ext uri="{BB962C8B-B14F-4D97-AF65-F5344CB8AC3E}">
        <p14:creationId xmlns:p14="http://schemas.microsoft.com/office/powerpoint/2010/main" val="23858116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7E071-DC5A-E403-4CC7-FC065150589A}"/>
            </a:ext>
          </a:extLst>
        </p:cNvPr>
        <p:cNvGrpSpPr/>
        <p:nvPr/>
      </p:nvGrpSpPr>
      <p:grpSpPr>
        <a:xfrm>
          <a:off x="0" y="0"/>
          <a:ext cx="0" cy="0"/>
          <a:chOff x="0" y="0"/>
          <a:chExt cx="0" cy="0"/>
        </a:xfrm>
      </p:grpSpPr>
    </p:spTree>
    <p:extLst>
      <p:ext uri="{BB962C8B-B14F-4D97-AF65-F5344CB8AC3E}">
        <p14:creationId xmlns:p14="http://schemas.microsoft.com/office/powerpoint/2010/main" val="17940803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900BD-7089-920D-930E-2F0FD0E2F99A}"/>
            </a:ext>
          </a:extLst>
        </p:cNvPr>
        <p:cNvGrpSpPr/>
        <p:nvPr/>
      </p:nvGrpSpPr>
      <p:grpSpPr>
        <a:xfrm>
          <a:off x="0" y="0"/>
          <a:ext cx="0" cy="0"/>
          <a:chOff x="0" y="0"/>
          <a:chExt cx="0" cy="0"/>
        </a:xfrm>
      </p:grpSpPr>
    </p:spTree>
    <p:extLst>
      <p:ext uri="{BB962C8B-B14F-4D97-AF65-F5344CB8AC3E}">
        <p14:creationId xmlns:p14="http://schemas.microsoft.com/office/powerpoint/2010/main" val="16123917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0F0B7-FE86-EC96-3CD0-237433101BF3}"/>
            </a:ext>
          </a:extLst>
        </p:cNvPr>
        <p:cNvGrpSpPr/>
        <p:nvPr/>
      </p:nvGrpSpPr>
      <p:grpSpPr>
        <a:xfrm>
          <a:off x="0" y="0"/>
          <a:ext cx="0" cy="0"/>
          <a:chOff x="0" y="0"/>
          <a:chExt cx="0" cy="0"/>
        </a:xfrm>
      </p:grpSpPr>
    </p:spTree>
    <p:extLst>
      <p:ext uri="{BB962C8B-B14F-4D97-AF65-F5344CB8AC3E}">
        <p14:creationId xmlns:p14="http://schemas.microsoft.com/office/powerpoint/2010/main" val="17358131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C096D-0A02-471A-2D5D-10EF6F2C9188}"/>
            </a:ext>
          </a:extLst>
        </p:cNvPr>
        <p:cNvGrpSpPr/>
        <p:nvPr/>
      </p:nvGrpSpPr>
      <p:grpSpPr>
        <a:xfrm>
          <a:off x="0" y="0"/>
          <a:ext cx="0" cy="0"/>
          <a:chOff x="0" y="0"/>
          <a:chExt cx="0" cy="0"/>
        </a:xfrm>
      </p:grpSpPr>
    </p:spTree>
    <p:extLst>
      <p:ext uri="{BB962C8B-B14F-4D97-AF65-F5344CB8AC3E}">
        <p14:creationId xmlns:p14="http://schemas.microsoft.com/office/powerpoint/2010/main" val="26820801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86290-AEFD-735F-FCAA-235A1EEC53A2}"/>
            </a:ext>
          </a:extLst>
        </p:cNvPr>
        <p:cNvGrpSpPr/>
        <p:nvPr/>
      </p:nvGrpSpPr>
      <p:grpSpPr>
        <a:xfrm>
          <a:off x="0" y="0"/>
          <a:ext cx="0" cy="0"/>
          <a:chOff x="0" y="0"/>
          <a:chExt cx="0" cy="0"/>
        </a:xfrm>
      </p:grpSpPr>
    </p:spTree>
    <p:extLst>
      <p:ext uri="{BB962C8B-B14F-4D97-AF65-F5344CB8AC3E}">
        <p14:creationId xmlns:p14="http://schemas.microsoft.com/office/powerpoint/2010/main" val="27511724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3944E-17E3-063C-D25D-221FEA9C1431}"/>
            </a:ext>
          </a:extLst>
        </p:cNvPr>
        <p:cNvGrpSpPr/>
        <p:nvPr/>
      </p:nvGrpSpPr>
      <p:grpSpPr>
        <a:xfrm>
          <a:off x="0" y="0"/>
          <a:ext cx="0" cy="0"/>
          <a:chOff x="0" y="0"/>
          <a:chExt cx="0" cy="0"/>
        </a:xfrm>
      </p:grpSpPr>
    </p:spTree>
    <p:extLst>
      <p:ext uri="{BB962C8B-B14F-4D97-AF65-F5344CB8AC3E}">
        <p14:creationId xmlns:p14="http://schemas.microsoft.com/office/powerpoint/2010/main" val="42812324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9673-DDAD-5837-C20D-D74053FA5115}"/>
            </a:ext>
          </a:extLst>
        </p:cNvPr>
        <p:cNvGrpSpPr/>
        <p:nvPr/>
      </p:nvGrpSpPr>
      <p:grpSpPr>
        <a:xfrm>
          <a:off x="0" y="0"/>
          <a:ext cx="0" cy="0"/>
          <a:chOff x="0" y="0"/>
          <a:chExt cx="0" cy="0"/>
        </a:xfrm>
      </p:grpSpPr>
    </p:spTree>
    <p:extLst>
      <p:ext uri="{BB962C8B-B14F-4D97-AF65-F5344CB8AC3E}">
        <p14:creationId xmlns:p14="http://schemas.microsoft.com/office/powerpoint/2010/main" val="412400451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5C64D-ABAB-D5D0-13CB-B35AF994ABA6}"/>
            </a:ext>
          </a:extLst>
        </p:cNvPr>
        <p:cNvGrpSpPr/>
        <p:nvPr/>
      </p:nvGrpSpPr>
      <p:grpSpPr>
        <a:xfrm>
          <a:off x="0" y="0"/>
          <a:ext cx="0" cy="0"/>
          <a:chOff x="0" y="0"/>
          <a:chExt cx="0" cy="0"/>
        </a:xfrm>
      </p:grpSpPr>
    </p:spTree>
    <p:extLst>
      <p:ext uri="{BB962C8B-B14F-4D97-AF65-F5344CB8AC3E}">
        <p14:creationId xmlns:p14="http://schemas.microsoft.com/office/powerpoint/2010/main" val="404562422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84710-958C-6499-81B9-CBC02AC34131}"/>
            </a:ext>
          </a:extLst>
        </p:cNvPr>
        <p:cNvGrpSpPr/>
        <p:nvPr/>
      </p:nvGrpSpPr>
      <p:grpSpPr>
        <a:xfrm>
          <a:off x="0" y="0"/>
          <a:ext cx="0" cy="0"/>
          <a:chOff x="0" y="0"/>
          <a:chExt cx="0" cy="0"/>
        </a:xfrm>
      </p:grpSpPr>
    </p:spTree>
    <p:extLst>
      <p:ext uri="{BB962C8B-B14F-4D97-AF65-F5344CB8AC3E}">
        <p14:creationId xmlns:p14="http://schemas.microsoft.com/office/powerpoint/2010/main" val="174541668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004E-A345-55C5-13AC-F0A1760E97E9}"/>
            </a:ext>
          </a:extLst>
        </p:cNvPr>
        <p:cNvGrpSpPr/>
        <p:nvPr/>
      </p:nvGrpSpPr>
      <p:grpSpPr>
        <a:xfrm>
          <a:off x="0" y="0"/>
          <a:ext cx="0" cy="0"/>
          <a:chOff x="0" y="0"/>
          <a:chExt cx="0" cy="0"/>
        </a:xfrm>
      </p:grpSpPr>
    </p:spTree>
    <p:extLst>
      <p:ext uri="{BB962C8B-B14F-4D97-AF65-F5344CB8AC3E}">
        <p14:creationId xmlns:p14="http://schemas.microsoft.com/office/powerpoint/2010/main" val="204199065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7D67E-6E5F-56BF-99B4-623D935564A1}"/>
            </a:ext>
          </a:extLst>
        </p:cNvPr>
        <p:cNvGrpSpPr/>
        <p:nvPr/>
      </p:nvGrpSpPr>
      <p:grpSpPr>
        <a:xfrm>
          <a:off x="0" y="0"/>
          <a:ext cx="0" cy="0"/>
          <a:chOff x="0" y="0"/>
          <a:chExt cx="0" cy="0"/>
        </a:xfrm>
      </p:grpSpPr>
    </p:spTree>
    <p:extLst>
      <p:ext uri="{BB962C8B-B14F-4D97-AF65-F5344CB8AC3E}">
        <p14:creationId xmlns:p14="http://schemas.microsoft.com/office/powerpoint/2010/main" val="8722611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3876E-32C6-5F7B-88FD-97D98463E4CB}"/>
            </a:ext>
          </a:extLst>
        </p:cNvPr>
        <p:cNvGrpSpPr/>
        <p:nvPr/>
      </p:nvGrpSpPr>
      <p:grpSpPr>
        <a:xfrm>
          <a:off x="0" y="0"/>
          <a:ext cx="0" cy="0"/>
          <a:chOff x="0" y="0"/>
          <a:chExt cx="0" cy="0"/>
        </a:xfrm>
      </p:grpSpPr>
    </p:spTree>
    <p:extLst>
      <p:ext uri="{BB962C8B-B14F-4D97-AF65-F5344CB8AC3E}">
        <p14:creationId xmlns:p14="http://schemas.microsoft.com/office/powerpoint/2010/main" val="418951817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58136-49DB-3FE4-63FF-C17DDFAD0839}"/>
            </a:ext>
          </a:extLst>
        </p:cNvPr>
        <p:cNvGrpSpPr/>
        <p:nvPr/>
      </p:nvGrpSpPr>
      <p:grpSpPr>
        <a:xfrm>
          <a:off x="0" y="0"/>
          <a:ext cx="0" cy="0"/>
          <a:chOff x="0" y="0"/>
          <a:chExt cx="0" cy="0"/>
        </a:xfrm>
      </p:grpSpPr>
    </p:spTree>
    <p:extLst>
      <p:ext uri="{BB962C8B-B14F-4D97-AF65-F5344CB8AC3E}">
        <p14:creationId xmlns:p14="http://schemas.microsoft.com/office/powerpoint/2010/main" val="232327653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40CCF-9CAB-EA7D-2AE7-2C7A2E9EC032}"/>
            </a:ext>
          </a:extLst>
        </p:cNvPr>
        <p:cNvGrpSpPr/>
        <p:nvPr/>
      </p:nvGrpSpPr>
      <p:grpSpPr>
        <a:xfrm>
          <a:off x="0" y="0"/>
          <a:ext cx="0" cy="0"/>
          <a:chOff x="0" y="0"/>
          <a:chExt cx="0" cy="0"/>
        </a:xfrm>
      </p:grpSpPr>
    </p:spTree>
    <p:extLst>
      <p:ext uri="{BB962C8B-B14F-4D97-AF65-F5344CB8AC3E}">
        <p14:creationId xmlns:p14="http://schemas.microsoft.com/office/powerpoint/2010/main" val="254041246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76678-8BEC-0CA7-E8A2-9B4DCDE56397}"/>
            </a:ext>
          </a:extLst>
        </p:cNvPr>
        <p:cNvGrpSpPr/>
        <p:nvPr/>
      </p:nvGrpSpPr>
      <p:grpSpPr>
        <a:xfrm>
          <a:off x="0" y="0"/>
          <a:ext cx="0" cy="0"/>
          <a:chOff x="0" y="0"/>
          <a:chExt cx="0" cy="0"/>
        </a:xfrm>
      </p:grpSpPr>
    </p:spTree>
    <p:extLst>
      <p:ext uri="{BB962C8B-B14F-4D97-AF65-F5344CB8AC3E}">
        <p14:creationId xmlns:p14="http://schemas.microsoft.com/office/powerpoint/2010/main" val="272137876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45934-90C3-CE01-A7BD-6D3B299D7446}"/>
            </a:ext>
          </a:extLst>
        </p:cNvPr>
        <p:cNvGrpSpPr/>
        <p:nvPr/>
      </p:nvGrpSpPr>
      <p:grpSpPr>
        <a:xfrm>
          <a:off x="0" y="0"/>
          <a:ext cx="0" cy="0"/>
          <a:chOff x="0" y="0"/>
          <a:chExt cx="0" cy="0"/>
        </a:xfrm>
      </p:grpSpPr>
    </p:spTree>
    <p:extLst>
      <p:ext uri="{BB962C8B-B14F-4D97-AF65-F5344CB8AC3E}">
        <p14:creationId xmlns:p14="http://schemas.microsoft.com/office/powerpoint/2010/main" val="281841041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7225A-1F75-1858-7E99-1D47CEEC0F9B}"/>
            </a:ext>
          </a:extLst>
        </p:cNvPr>
        <p:cNvGrpSpPr/>
        <p:nvPr/>
      </p:nvGrpSpPr>
      <p:grpSpPr>
        <a:xfrm>
          <a:off x="0" y="0"/>
          <a:ext cx="0" cy="0"/>
          <a:chOff x="0" y="0"/>
          <a:chExt cx="0" cy="0"/>
        </a:xfrm>
      </p:grpSpPr>
    </p:spTree>
    <p:extLst>
      <p:ext uri="{BB962C8B-B14F-4D97-AF65-F5344CB8AC3E}">
        <p14:creationId xmlns:p14="http://schemas.microsoft.com/office/powerpoint/2010/main" val="372596884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5BD58-4622-3EB5-0EB8-FF7CE676C343}"/>
            </a:ext>
          </a:extLst>
        </p:cNvPr>
        <p:cNvGrpSpPr/>
        <p:nvPr/>
      </p:nvGrpSpPr>
      <p:grpSpPr>
        <a:xfrm>
          <a:off x="0" y="0"/>
          <a:ext cx="0" cy="0"/>
          <a:chOff x="0" y="0"/>
          <a:chExt cx="0" cy="0"/>
        </a:xfrm>
      </p:grpSpPr>
    </p:spTree>
    <p:extLst>
      <p:ext uri="{BB962C8B-B14F-4D97-AF65-F5344CB8AC3E}">
        <p14:creationId xmlns:p14="http://schemas.microsoft.com/office/powerpoint/2010/main" val="372726581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89913-8DA9-CB2C-4174-8C164498228D}"/>
            </a:ext>
          </a:extLst>
        </p:cNvPr>
        <p:cNvGrpSpPr/>
        <p:nvPr/>
      </p:nvGrpSpPr>
      <p:grpSpPr>
        <a:xfrm>
          <a:off x="0" y="0"/>
          <a:ext cx="0" cy="0"/>
          <a:chOff x="0" y="0"/>
          <a:chExt cx="0" cy="0"/>
        </a:xfrm>
      </p:grpSpPr>
    </p:spTree>
    <p:extLst>
      <p:ext uri="{BB962C8B-B14F-4D97-AF65-F5344CB8AC3E}">
        <p14:creationId xmlns:p14="http://schemas.microsoft.com/office/powerpoint/2010/main" val="47679713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D63C8-5271-534A-DBFB-489C6DF18688}"/>
            </a:ext>
          </a:extLst>
        </p:cNvPr>
        <p:cNvGrpSpPr/>
        <p:nvPr/>
      </p:nvGrpSpPr>
      <p:grpSpPr>
        <a:xfrm>
          <a:off x="0" y="0"/>
          <a:ext cx="0" cy="0"/>
          <a:chOff x="0" y="0"/>
          <a:chExt cx="0" cy="0"/>
        </a:xfrm>
      </p:grpSpPr>
    </p:spTree>
    <p:extLst>
      <p:ext uri="{BB962C8B-B14F-4D97-AF65-F5344CB8AC3E}">
        <p14:creationId xmlns:p14="http://schemas.microsoft.com/office/powerpoint/2010/main" val="394536424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7DE06-419D-5081-91E9-94AC98E3EE5E}"/>
            </a:ext>
          </a:extLst>
        </p:cNvPr>
        <p:cNvGrpSpPr/>
        <p:nvPr/>
      </p:nvGrpSpPr>
      <p:grpSpPr>
        <a:xfrm>
          <a:off x="0" y="0"/>
          <a:ext cx="0" cy="0"/>
          <a:chOff x="0" y="0"/>
          <a:chExt cx="0" cy="0"/>
        </a:xfrm>
      </p:grpSpPr>
    </p:spTree>
    <p:extLst>
      <p:ext uri="{BB962C8B-B14F-4D97-AF65-F5344CB8AC3E}">
        <p14:creationId xmlns:p14="http://schemas.microsoft.com/office/powerpoint/2010/main" val="165825245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1786-5C2F-E516-6834-04C6F3157D2A}"/>
            </a:ext>
          </a:extLst>
        </p:cNvPr>
        <p:cNvGrpSpPr/>
        <p:nvPr/>
      </p:nvGrpSpPr>
      <p:grpSpPr>
        <a:xfrm>
          <a:off x="0" y="0"/>
          <a:ext cx="0" cy="0"/>
          <a:chOff x="0" y="0"/>
          <a:chExt cx="0" cy="0"/>
        </a:xfrm>
      </p:grpSpPr>
    </p:spTree>
    <p:extLst>
      <p:ext uri="{BB962C8B-B14F-4D97-AF65-F5344CB8AC3E}">
        <p14:creationId xmlns:p14="http://schemas.microsoft.com/office/powerpoint/2010/main" val="115214658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C4A24-0C3D-539C-5325-E199793569D2}"/>
            </a:ext>
          </a:extLst>
        </p:cNvPr>
        <p:cNvGrpSpPr/>
        <p:nvPr/>
      </p:nvGrpSpPr>
      <p:grpSpPr>
        <a:xfrm>
          <a:off x="0" y="0"/>
          <a:ext cx="0" cy="0"/>
          <a:chOff x="0" y="0"/>
          <a:chExt cx="0" cy="0"/>
        </a:xfrm>
      </p:grpSpPr>
    </p:spTree>
    <p:extLst>
      <p:ext uri="{BB962C8B-B14F-4D97-AF65-F5344CB8AC3E}">
        <p14:creationId xmlns:p14="http://schemas.microsoft.com/office/powerpoint/2010/main" val="237946760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DF204-EBB3-138E-2F06-E111A78F709D}"/>
            </a:ext>
          </a:extLst>
        </p:cNvPr>
        <p:cNvGrpSpPr/>
        <p:nvPr/>
      </p:nvGrpSpPr>
      <p:grpSpPr>
        <a:xfrm>
          <a:off x="0" y="0"/>
          <a:ext cx="0" cy="0"/>
          <a:chOff x="0" y="0"/>
          <a:chExt cx="0" cy="0"/>
        </a:xfrm>
      </p:grpSpPr>
    </p:spTree>
    <p:extLst>
      <p:ext uri="{BB962C8B-B14F-4D97-AF65-F5344CB8AC3E}">
        <p14:creationId xmlns:p14="http://schemas.microsoft.com/office/powerpoint/2010/main" val="53685312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F3793-AB37-65BD-77EC-2F688ABDF4CB}"/>
            </a:ext>
          </a:extLst>
        </p:cNvPr>
        <p:cNvGrpSpPr/>
        <p:nvPr/>
      </p:nvGrpSpPr>
      <p:grpSpPr>
        <a:xfrm>
          <a:off x="0" y="0"/>
          <a:ext cx="0" cy="0"/>
          <a:chOff x="0" y="0"/>
          <a:chExt cx="0" cy="0"/>
        </a:xfrm>
      </p:grpSpPr>
    </p:spTree>
    <p:extLst>
      <p:ext uri="{BB962C8B-B14F-4D97-AF65-F5344CB8AC3E}">
        <p14:creationId xmlns:p14="http://schemas.microsoft.com/office/powerpoint/2010/main" val="369159046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B5ABE-A210-2F07-8EB9-4BF7FF180516}"/>
            </a:ext>
          </a:extLst>
        </p:cNvPr>
        <p:cNvGrpSpPr/>
        <p:nvPr/>
      </p:nvGrpSpPr>
      <p:grpSpPr>
        <a:xfrm>
          <a:off x="0" y="0"/>
          <a:ext cx="0" cy="0"/>
          <a:chOff x="0" y="0"/>
          <a:chExt cx="0" cy="0"/>
        </a:xfrm>
      </p:grpSpPr>
    </p:spTree>
    <p:extLst>
      <p:ext uri="{BB962C8B-B14F-4D97-AF65-F5344CB8AC3E}">
        <p14:creationId xmlns:p14="http://schemas.microsoft.com/office/powerpoint/2010/main" val="214985668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5FB85-6F53-655A-076E-4CA3C3D41ABD}"/>
            </a:ext>
          </a:extLst>
        </p:cNvPr>
        <p:cNvGrpSpPr/>
        <p:nvPr/>
      </p:nvGrpSpPr>
      <p:grpSpPr>
        <a:xfrm>
          <a:off x="0" y="0"/>
          <a:ext cx="0" cy="0"/>
          <a:chOff x="0" y="0"/>
          <a:chExt cx="0" cy="0"/>
        </a:xfrm>
      </p:grpSpPr>
    </p:spTree>
    <p:extLst>
      <p:ext uri="{BB962C8B-B14F-4D97-AF65-F5344CB8AC3E}">
        <p14:creationId xmlns:p14="http://schemas.microsoft.com/office/powerpoint/2010/main" val="24562655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3C2E0-62DC-0E37-CE09-B5CBDF15A37D}"/>
            </a:ext>
          </a:extLst>
        </p:cNvPr>
        <p:cNvGrpSpPr/>
        <p:nvPr/>
      </p:nvGrpSpPr>
      <p:grpSpPr>
        <a:xfrm>
          <a:off x="0" y="0"/>
          <a:ext cx="0" cy="0"/>
          <a:chOff x="0" y="0"/>
          <a:chExt cx="0" cy="0"/>
        </a:xfrm>
      </p:grpSpPr>
    </p:spTree>
    <p:extLst>
      <p:ext uri="{BB962C8B-B14F-4D97-AF65-F5344CB8AC3E}">
        <p14:creationId xmlns:p14="http://schemas.microsoft.com/office/powerpoint/2010/main" val="228504321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FE09D-C661-2F50-D7AE-DABBB941C6B1}"/>
            </a:ext>
          </a:extLst>
        </p:cNvPr>
        <p:cNvGrpSpPr/>
        <p:nvPr/>
      </p:nvGrpSpPr>
      <p:grpSpPr>
        <a:xfrm>
          <a:off x="0" y="0"/>
          <a:ext cx="0" cy="0"/>
          <a:chOff x="0" y="0"/>
          <a:chExt cx="0" cy="0"/>
        </a:xfrm>
      </p:grpSpPr>
    </p:spTree>
    <p:extLst>
      <p:ext uri="{BB962C8B-B14F-4D97-AF65-F5344CB8AC3E}">
        <p14:creationId xmlns:p14="http://schemas.microsoft.com/office/powerpoint/2010/main" val="116545553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3867C-D148-6967-17C9-DDD7546007EB}"/>
            </a:ext>
          </a:extLst>
        </p:cNvPr>
        <p:cNvGrpSpPr/>
        <p:nvPr/>
      </p:nvGrpSpPr>
      <p:grpSpPr>
        <a:xfrm>
          <a:off x="0" y="0"/>
          <a:ext cx="0" cy="0"/>
          <a:chOff x="0" y="0"/>
          <a:chExt cx="0" cy="0"/>
        </a:xfrm>
      </p:grpSpPr>
    </p:spTree>
    <p:extLst>
      <p:ext uri="{BB962C8B-B14F-4D97-AF65-F5344CB8AC3E}">
        <p14:creationId xmlns:p14="http://schemas.microsoft.com/office/powerpoint/2010/main" val="27384325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05470-AA7F-37FB-535F-E9089F5EFF91}"/>
            </a:ext>
          </a:extLst>
        </p:cNvPr>
        <p:cNvGrpSpPr/>
        <p:nvPr/>
      </p:nvGrpSpPr>
      <p:grpSpPr>
        <a:xfrm>
          <a:off x="0" y="0"/>
          <a:ext cx="0" cy="0"/>
          <a:chOff x="0" y="0"/>
          <a:chExt cx="0" cy="0"/>
        </a:xfrm>
      </p:grpSpPr>
    </p:spTree>
    <p:extLst>
      <p:ext uri="{BB962C8B-B14F-4D97-AF65-F5344CB8AC3E}">
        <p14:creationId xmlns:p14="http://schemas.microsoft.com/office/powerpoint/2010/main" val="329858093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23368-B0A6-36F7-533F-258EBD35B68D}"/>
            </a:ext>
          </a:extLst>
        </p:cNvPr>
        <p:cNvGrpSpPr/>
        <p:nvPr/>
      </p:nvGrpSpPr>
      <p:grpSpPr>
        <a:xfrm>
          <a:off x="0" y="0"/>
          <a:ext cx="0" cy="0"/>
          <a:chOff x="0" y="0"/>
          <a:chExt cx="0" cy="0"/>
        </a:xfrm>
      </p:grpSpPr>
    </p:spTree>
    <p:extLst>
      <p:ext uri="{BB962C8B-B14F-4D97-AF65-F5344CB8AC3E}">
        <p14:creationId xmlns:p14="http://schemas.microsoft.com/office/powerpoint/2010/main" val="3446549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A7379-249C-B766-6F71-0D755BF7B06C}"/>
            </a:ext>
          </a:extLst>
        </p:cNvPr>
        <p:cNvGrpSpPr/>
        <p:nvPr/>
      </p:nvGrpSpPr>
      <p:grpSpPr>
        <a:xfrm>
          <a:off x="0" y="0"/>
          <a:ext cx="0" cy="0"/>
          <a:chOff x="0" y="0"/>
          <a:chExt cx="0" cy="0"/>
        </a:xfrm>
      </p:grpSpPr>
    </p:spTree>
    <p:extLst>
      <p:ext uri="{BB962C8B-B14F-4D97-AF65-F5344CB8AC3E}">
        <p14:creationId xmlns:p14="http://schemas.microsoft.com/office/powerpoint/2010/main" val="233723789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F5F46-BCB1-D216-67B7-963CB883041A}"/>
            </a:ext>
          </a:extLst>
        </p:cNvPr>
        <p:cNvGrpSpPr/>
        <p:nvPr/>
      </p:nvGrpSpPr>
      <p:grpSpPr>
        <a:xfrm>
          <a:off x="0" y="0"/>
          <a:ext cx="0" cy="0"/>
          <a:chOff x="0" y="0"/>
          <a:chExt cx="0" cy="0"/>
        </a:xfrm>
      </p:grpSpPr>
    </p:spTree>
    <p:extLst>
      <p:ext uri="{BB962C8B-B14F-4D97-AF65-F5344CB8AC3E}">
        <p14:creationId xmlns:p14="http://schemas.microsoft.com/office/powerpoint/2010/main" val="227387450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4921D-4BD9-4CAB-60CE-604D877EE71B}"/>
            </a:ext>
          </a:extLst>
        </p:cNvPr>
        <p:cNvGrpSpPr/>
        <p:nvPr/>
      </p:nvGrpSpPr>
      <p:grpSpPr>
        <a:xfrm>
          <a:off x="0" y="0"/>
          <a:ext cx="0" cy="0"/>
          <a:chOff x="0" y="0"/>
          <a:chExt cx="0" cy="0"/>
        </a:xfrm>
      </p:grpSpPr>
    </p:spTree>
    <p:extLst>
      <p:ext uri="{BB962C8B-B14F-4D97-AF65-F5344CB8AC3E}">
        <p14:creationId xmlns:p14="http://schemas.microsoft.com/office/powerpoint/2010/main" val="82011190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8E114-0FE6-769E-2A86-C583FF8E3E20}"/>
            </a:ext>
          </a:extLst>
        </p:cNvPr>
        <p:cNvGrpSpPr/>
        <p:nvPr/>
      </p:nvGrpSpPr>
      <p:grpSpPr>
        <a:xfrm>
          <a:off x="0" y="0"/>
          <a:ext cx="0" cy="0"/>
          <a:chOff x="0" y="0"/>
          <a:chExt cx="0" cy="0"/>
        </a:xfrm>
      </p:grpSpPr>
    </p:spTree>
    <p:extLst>
      <p:ext uri="{BB962C8B-B14F-4D97-AF65-F5344CB8AC3E}">
        <p14:creationId xmlns:p14="http://schemas.microsoft.com/office/powerpoint/2010/main" val="204328157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6FDAC-8E33-9BA6-50CE-2A3F09705BDB}"/>
            </a:ext>
          </a:extLst>
        </p:cNvPr>
        <p:cNvGrpSpPr/>
        <p:nvPr/>
      </p:nvGrpSpPr>
      <p:grpSpPr>
        <a:xfrm>
          <a:off x="0" y="0"/>
          <a:ext cx="0" cy="0"/>
          <a:chOff x="0" y="0"/>
          <a:chExt cx="0" cy="0"/>
        </a:xfrm>
      </p:grpSpPr>
    </p:spTree>
    <p:extLst>
      <p:ext uri="{BB962C8B-B14F-4D97-AF65-F5344CB8AC3E}">
        <p14:creationId xmlns:p14="http://schemas.microsoft.com/office/powerpoint/2010/main" val="156878545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FFE06-A4F2-CA99-98E0-04E7AD85A2F0}"/>
            </a:ext>
          </a:extLst>
        </p:cNvPr>
        <p:cNvGrpSpPr/>
        <p:nvPr/>
      </p:nvGrpSpPr>
      <p:grpSpPr>
        <a:xfrm>
          <a:off x="0" y="0"/>
          <a:ext cx="0" cy="0"/>
          <a:chOff x="0" y="0"/>
          <a:chExt cx="0" cy="0"/>
        </a:xfrm>
      </p:grpSpPr>
    </p:spTree>
    <p:extLst>
      <p:ext uri="{BB962C8B-B14F-4D97-AF65-F5344CB8AC3E}">
        <p14:creationId xmlns:p14="http://schemas.microsoft.com/office/powerpoint/2010/main" val="263417870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AA007-DDA4-61FE-D45D-8CE44E45C591}"/>
            </a:ext>
          </a:extLst>
        </p:cNvPr>
        <p:cNvGrpSpPr/>
        <p:nvPr/>
      </p:nvGrpSpPr>
      <p:grpSpPr>
        <a:xfrm>
          <a:off x="0" y="0"/>
          <a:ext cx="0" cy="0"/>
          <a:chOff x="0" y="0"/>
          <a:chExt cx="0" cy="0"/>
        </a:xfrm>
      </p:grpSpPr>
    </p:spTree>
    <p:extLst>
      <p:ext uri="{BB962C8B-B14F-4D97-AF65-F5344CB8AC3E}">
        <p14:creationId xmlns:p14="http://schemas.microsoft.com/office/powerpoint/2010/main" val="241236643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E62B0-F432-91E2-1A19-B3C58DB64A45}"/>
            </a:ext>
          </a:extLst>
        </p:cNvPr>
        <p:cNvGrpSpPr/>
        <p:nvPr/>
      </p:nvGrpSpPr>
      <p:grpSpPr>
        <a:xfrm>
          <a:off x="0" y="0"/>
          <a:ext cx="0" cy="0"/>
          <a:chOff x="0" y="0"/>
          <a:chExt cx="0" cy="0"/>
        </a:xfrm>
      </p:grpSpPr>
    </p:spTree>
    <p:extLst>
      <p:ext uri="{BB962C8B-B14F-4D97-AF65-F5344CB8AC3E}">
        <p14:creationId xmlns:p14="http://schemas.microsoft.com/office/powerpoint/2010/main" val="104009372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E6F3A-F50B-B9B3-03AA-921EB632C514}"/>
            </a:ext>
          </a:extLst>
        </p:cNvPr>
        <p:cNvGrpSpPr/>
        <p:nvPr/>
      </p:nvGrpSpPr>
      <p:grpSpPr>
        <a:xfrm>
          <a:off x="0" y="0"/>
          <a:ext cx="0" cy="0"/>
          <a:chOff x="0" y="0"/>
          <a:chExt cx="0" cy="0"/>
        </a:xfrm>
      </p:grpSpPr>
    </p:spTree>
    <p:extLst>
      <p:ext uri="{BB962C8B-B14F-4D97-AF65-F5344CB8AC3E}">
        <p14:creationId xmlns:p14="http://schemas.microsoft.com/office/powerpoint/2010/main" val="266991720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869DF-963F-3E1A-86F0-93643D0E1224}"/>
            </a:ext>
          </a:extLst>
        </p:cNvPr>
        <p:cNvGrpSpPr/>
        <p:nvPr/>
      </p:nvGrpSpPr>
      <p:grpSpPr>
        <a:xfrm>
          <a:off x="0" y="0"/>
          <a:ext cx="0" cy="0"/>
          <a:chOff x="0" y="0"/>
          <a:chExt cx="0" cy="0"/>
        </a:xfrm>
      </p:grpSpPr>
    </p:spTree>
    <p:extLst>
      <p:ext uri="{BB962C8B-B14F-4D97-AF65-F5344CB8AC3E}">
        <p14:creationId xmlns:p14="http://schemas.microsoft.com/office/powerpoint/2010/main" val="17266884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92913-5FE9-E38F-62FE-412B03388C9F}"/>
            </a:ext>
          </a:extLst>
        </p:cNvPr>
        <p:cNvGrpSpPr/>
        <p:nvPr/>
      </p:nvGrpSpPr>
      <p:grpSpPr>
        <a:xfrm>
          <a:off x="0" y="0"/>
          <a:ext cx="0" cy="0"/>
          <a:chOff x="0" y="0"/>
          <a:chExt cx="0" cy="0"/>
        </a:xfrm>
      </p:grpSpPr>
    </p:spTree>
    <p:extLst>
      <p:ext uri="{BB962C8B-B14F-4D97-AF65-F5344CB8AC3E}">
        <p14:creationId xmlns:p14="http://schemas.microsoft.com/office/powerpoint/2010/main" val="135322312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42086-D9C5-DFE0-BC73-4F2B8697209F}"/>
            </a:ext>
          </a:extLst>
        </p:cNvPr>
        <p:cNvGrpSpPr/>
        <p:nvPr/>
      </p:nvGrpSpPr>
      <p:grpSpPr>
        <a:xfrm>
          <a:off x="0" y="0"/>
          <a:ext cx="0" cy="0"/>
          <a:chOff x="0" y="0"/>
          <a:chExt cx="0" cy="0"/>
        </a:xfrm>
      </p:grpSpPr>
    </p:spTree>
    <p:extLst>
      <p:ext uri="{BB962C8B-B14F-4D97-AF65-F5344CB8AC3E}">
        <p14:creationId xmlns:p14="http://schemas.microsoft.com/office/powerpoint/2010/main" val="4547269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1D060-8D4F-B7DE-232B-C6D9794DBF9C}"/>
            </a:ext>
          </a:extLst>
        </p:cNvPr>
        <p:cNvGrpSpPr/>
        <p:nvPr/>
      </p:nvGrpSpPr>
      <p:grpSpPr>
        <a:xfrm>
          <a:off x="0" y="0"/>
          <a:ext cx="0" cy="0"/>
          <a:chOff x="0" y="0"/>
          <a:chExt cx="0" cy="0"/>
        </a:xfrm>
      </p:grpSpPr>
    </p:spTree>
    <p:extLst>
      <p:ext uri="{BB962C8B-B14F-4D97-AF65-F5344CB8AC3E}">
        <p14:creationId xmlns:p14="http://schemas.microsoft.com/office/powerpoint/2010/main" val="11904657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620A8-3E46-6C4E-B10A-271DBB1CA21B}"/>
            </a:ext>
          </a:extLst>
        </p:cNvPr>
        <p:cNvGrpSpPr/>
        <p:nvPr/>
      </p:nvGrpSpPr>
      <p:grpSpPr>
        <a:xfrm>
          <a:off x="0" y="0"/>
          <a:ext cx="0" cy="0"/>
          <a:chOff x="0" y="0"/>
          <a:chExt cx="0" cy="0"/>
        </a:xfrm>
      </p:grpSpPr>
    </p:spTree>
    <p:extLst>
      <p:ext uri="{BB962C8B-B14F-4D97-AF65-F5344CB8AC3E}">
        <p14:creationId xmlns:p14="http://schemas.microsoft.com/office/powerpoint/2010/main" val="34728435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D1E31-1C87-88DC-CCFC-F7D4C861ADFD}"/>
            </a:ext>
          </a:extLst>
        </p:cNvPr>
        <p:cNvGrpSpPr/>
        <p:nvPr/>
      </p:nvGrpSpPr>
      <p:grpSpPr>
        <a:xfrm>
          <a:off x="0" y="0"/>
          <a:ext cx="0" cy="0"/>
          <a:chOff x="0" y="0"/>
          <a:chExt cx="0" cy="0"/>
        </a:xfrm>
      </p:grpSpPr>
    </p:spTree>
    <p:extLst>
      <p:ext uri="{BB962C8B-B14F-4D97-AF65-F5344CB8AC3E}">
        <p14:creationId xmlns:p14="http://schemas.microsoft.com/office/powerpoint/2010/main" val="173070896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44E6E-077C-AA98-685F-FC858515B7A3}"/>
            </a:ext>
          </a:extLst>
        </p:cNvPr>
        <p:cNvGrpSpPr/>
        <p:nvPr/>
      </p:nvGrpSpPr>
      <p:grpSpPr>
        <a:xfrm>
          <a:off x="0" y="0"/>
          <a:ext cx="0" cy="0"/>
          <a:chOff x="0" y="0"/>
          <a:chExt cx="0" cy="0"/>
        </a:xfrm>
      </p:grpSpPr>
    </p:spTree>
    <p:extLst>
      <p:ext uri="{BB962C8B-B14F-4D97-AF65-F5344CB8AC3E}">
        <p14:creationId xmlns:p14="http://schemas.microsoft.com/office/powerpoint/2010/main" val="366688245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3F385-1BAB-669C-DB60-409A3D061F10}"/>
            </a:ext>
          </a:extLst>
        </p:cNvPr>
        <p:cNvGrpSpPr/>
        <p:nvPr/>
      </p:nvGrpSpPr>
      <p:grpSpPr>
        <a:xfrm>
          <a:off x="0" y="0"/>
          <a:ext cx="0" cy="0"/>
          <a:chOff x="0" y="0"/>
          <a:chExt cx="0" cy="0"/>
        </a:xfrm>
      </p:grpSpPr>
    </p:spTree>
    <p:extLst>
      <p:ext uri="{BB962C8B-B14F-4D97-AF65-F5344CB8AC3E}">
        <p14:creationId xmlns:p14="http://schemas.microsoft.com/office/powerpoint/2010/main" val="390329009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651A4-A4D8-AC74-F33E-5048102F7A19}"/>
            </a:ext>
          </a:extLst>
        </p:cNvPr>
        <p:cNvGrpSpPr/>
        <p:nvPr/>
      </p:nvGrpSpPr>
      <p:grpSpPr>
        <a:xfrm>
          <a:off x="0" y="0"/>
          <a:ext cx="0" cy="0"/>
          <a:chOff x="0" y="0"/>
          <a:chExt cx="0" cy="0"/>
        </a:xfrm>
      </p:grpSpPr>
    </p:spTree>
    <p:extLst>
      <p:ext uri="{BB962C8B-B14F-4D97-AF65-F5344CB8AC3E}">
        <p14:creationId xmlns:p14="http://schemas.microsoft.com/office/powerpoint/2010/main" val="388739529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E6296-D6B3-A1A1-200D-0B9BAF6E4D05}"/>
            </a:ext>
          </a:extLst>
        </p:cNvPr>
        <p:cNvGrpSpPr/>
        <p:nvPr/>
      </p:nvGrpSpPr>
      <p:grpSpPr>
        <a:xfrm>
          <a:off x="0" y="0"/>
          <a:ext cx="0" cy="0"/>
          <a:chOff x="0" y="0"/>
          <a:chExt cx="0" cy="0"/>
        </a:xfrm>
      </p:grpSpPr>
    </p:spTree>
    <p:extLst>
      <p:ext uri="{BB962C8B-B14F-4D97-AF65-F5344CB8AC3E}">
        <p14:creationId xmlns:p14="http://schemas.microsoft.com/office/powerpoint/2010/main" val="2778706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FFD95-C8EC-D059-DD54-CCD2667C732A}"/>
            </a:ext>
          </a:extLst>
        </p:cNvPr>
        <p:cNvGrpSpPr/>
        <p:nvPr/>
      </p:nvGrpSpPr>
      <p:grpSpPr>
        <a:xfrm>
          <a:off x="0" y="0"/>
          <a:ext cx="0" cy="0"/>
          <a:chOff x="0" y="0"/>
          <a:chExt cx="0" cy="0"/>
        </a:xfrm>
      </p:grpSpPr>
    </p:spTree>
    <p:extLst>
      <p:ext uri="{BB962C8B-B14F-4D97-AF65-F5344CB8AC3E}">
        <p14:creationId xmlns:p14="http://schemas.microsoft.com/office/powerpoint/2010/main" val="26483891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CB99D-D794-8663-9C1F-CA813001C971}"/>
            </a:ext>
          </a:extLst>
        </p:cNvPr>
        <p:cNvGrpSpPr/>
        <p:nvPr/>
      </p:nvGrpSpPr>
      <p:grpSpPr>
        <a:xfrm>
          <a:off x="0" y="0"/>
          <a:ext cx="0" cy="0"/>
          <a:chOff x="0" y="0"/>
          <a:chExt cx="0" cy="0"/>
        </a:xfrm>
      </p:grpSpPr>
    </p:spTree>
    <p:extLst>
      <p:ext uri="{BB962C8B-B14F-4D97-AF65-F5344CB8AC3E}">
        <p14:creationId xmlns:p14="http://schemas.microsoft.com/office/powerpoint/2010/main" val="372076698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3BAE3-EEDC-9548-C7A3-EE779C1B6741}"/>
            </a:ext>
          </a:extLst>
        </p:cNvPr>
        <p:cNvGrpSpPr/>
        <p:nvPr/>
      </p:nvGrpSpPr>
      <p:grpSpPr>
        <a:xfrm>
          <a:off x="0" y="0"/>
          <a:ext cx="0" cy="0"/>
          <a:chOff x="0" y="0"/>
          <a:chExt cx="0" cy="0"/>
        </a:xfrm>
      </p:grpSpPr>
    </p:spTree>
    <p:extLst>
      <p:ext uri="{BB962C8B-B14F-4D97-AF65-F5344CB8AC3E}">
        <p14:creationId xmlns:p14="http://schemas.microsoft.com/office/powerpoint/2010/main" val="232492191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99C56-EA32-6743-F9F9-37A8CB65DEBD}"/>
            </a:ext>
          </a:extLst>
        </p:cNvPr>
        <p:cNvGrpSpPr/>
        <p:nvPr/>
      </p:nvGrpSpPr>
      <p:grpSpPr>
        <a:xfrm>
          <a:off x="0" y="0"/>
          <a:ext cx="0" cy="0"/>
          <a:chOff x="0" y="0"/>
          <a:chExt cx="0" cy="0"/>
        </a:xfrm>
      </p:grpSpPr>
    </p:spTree>
    <p:extLst>
      <p:ext uri="{BB962C8B-B14F-4D97-AF65-F5344CB8AC3E}">
        <p14:creationId xmlns:p14="http://schemas.microsoft.com/office/powerpoint/2010/main" val="224329316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7793F-2FB3-3F6A-AEB8-C81240F9AA20}"/>
            </a:ext>
          </a:extLst>
        </p:cNvPr>
        <p:cNvGrpSpPr/>
        <p:nvPr/>
      </p:nvGrpSpPr>
      <p:grpSpPr>
        <a:xfrm>
          <a:off x="0" y="0"/>
          <a:ext cx="0" cy="0"/>
          <a:chOff x="0" y="0"/>
          <a:chExt cx="0" cy="0"/>
        </a:xfrm>
      </p:grpSpPr>
    </p:spTree>
    <p:extLst>
      <p:ext uri="{BB962C8B-B14F-4D97-AF65-F5344CB8AC3E}">
        <p14:creationId xmlns:p14="http://schemas.microsoft.com/office/powerpoint/2010/main" val="301329103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3E084-E522-75AD-1E11-F6A05C75FAB9}"/>
            </a:ext>
          </a:extLst>
        </p:cNvPr>
        <p:cNvGrpSpPr/>
        <p:nvPr/>
      </p:nvGrpSpPr>
      <p:grpSpPr>
        <a:xfrm>
          <a:off x="0" y="0"/>
          <a:ext cx="0" cy="0"/>
          <a:chOff x="0" y="0"/>
          <a:chExt cx="0" cy="0"/>
        </a:xfrm>
      </p:grpSpPr>
    </p:spTree>
    <p:extLst>
      <p:ext uri="{BB962C8B-B14F-4D97-AF65-F5344CB8AC3E}">
        <p14:creationId xmlns:p14="http://schemas.microsoft.com/office/powerpoint/2010/main" val="112318698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0F071-E85B-1535-0EC5-42A64B3221B9}"/>
            </a:ext>
          </a:extLst>
        </p:cNvPr>
        <p:cNvGrpSpPr/>
        <p:nvPr/>
      </p:nvGrpSpPr>
      <p:grpSpPr>
        <a:xfrm>
          <a:off x="0" y="0"/>
          <a:ext cx="0" cy="0"/>
          <a:chOff x="0" y="0"/>
          <a:chExt cx="0" cy="0"/>
        </a:xfrm>
      </p:grpSpPr>
    </p:spTree>
    <p:extLst>
      <p:ext uri="{BB962C8B-B14F-4D97-AF65-F5344CB8AC3E}">
        <p14:creationId xmlns:p14="http://schemas.microsoft.com/office/powerpoint/2010/main" val="235028919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408D3-457F-DBC0-E125-AD24CD81BC5D}"/>
            </a:ext>
          </a:extLst>
        </p:cNvPr>
        <p:cNvGrpSpPr/>
        <p:nvPr/>
      </p:nvGrpSpPr>
      <p:grpSpPr>
        <a:xfrm>
          <a:off x="0" y="0"/>
          <a:ext cx="0" cy="0"/>
          <a:chOff x="0" y="0"/>
          <a:chExt cx="0" cy="0"/>
        </a:xfrm>
      </p:grpSpPr>
    </p:spTree>
    <p:extLst>
      <p:ext uri="{BB962C8B-B14F-4D97-AF65-F5344CB8AC3E}">
        <p14:creationId xmlns:p14="http://schemas.microsoft.com/office/powerpoint/2010/main" val="87385928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CE642-19F8-3842-D356-A153A6B058C7}"/>
            </a:ext>
          </a:extLst>
        </p:cNvPr>
        <p:cNvGrpSpPr/>
        <p:nvPr/>
      </p:nvGrpSpPr>
      <p:grpSpPr>
        <a:xfrm>
          <a:off x="0" y="0"/>
          <a:ext cx="0" cy="0"/>
          <a:chOff x="0" y="0"/>
          <a:chExt cx="0" cy="0"/>
        </a:xfrm>
      </p:grpSpPr>
    </p:spTree>
    <p:extLst>
      <p:ext uri="{BB962C8B-B14F-4D97-AF65-F5344CB8AC3E}">
        <p14:creationId xmlns:p14="http://schemas.microsoft.com/office/powerpoint/2010/main" val="155354471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5845D-AD85-7E19-B2FC-AB62B9C13696}"/>
            </a:ext>
          </a:extLst>
        </p:cNvPr>
        <p:cNvGrpSpPr/>
        <p:nvPr/>
      </p:nvGrpSpPr>
      <p:grpSpPr>
        <a:xfrm>
          <a:off x="0" y="0"/>
          <a:ext cx="0" cy="0"/>
          <a:chOff x="0" y="0"/>
          <a:chExt cx="0" cy="0"/>
        </a:xfrm>
      </p:grpSpPr>
    </p:spTree>
    <p:extLst>
      <p:ext uri="{BB962C8B-B14F-4D97-AF65-F5344CB8AC3E}">
        <p14:creationId xmlns:p14="http://schemas.microsoft.com/office/powerpoint/2010/main" val="210080985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B15BC-23E4-45D0-737F-5B1F40BAFFC6}"/>
            </a:ext>
          </a:extLst>
        </p:cNvPr>
        <p:cNvGrpSpPr/>
        <p:nvPr/>
      </p:nvGrpSpPr>
      <p:grpSpPr>
        <a:xfrm>
          <a:off x="0" y="0"/>
          <a:ext cx="0" cy="0"/>
          <a:chOff x="0" y="0"/>
          <a:chExt cx="0" cy="0"/>
        </a:xfrm>
      </p:grpSpPr>
    </p:spTree>
    <p:extLst>
      <p:ext uri="{BB962C8B-B14F-4D97-AF65-F5344CB8AC3E}">
        <p14:creationId xmlns:p14="http://schemas.microsoft.com/office/powerpoint/2010/main" val="239666453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E8BA2-310C-7203-C1C1-C9381E9FA67D}"/>
            </a:ext>
          </a:extLst>
        </p:cNvPr>
        <p:cNvGrpSpPr/>
        <p:nvPr/>
      </p:nvGrpSpPr>
      <p:grpSpPr>
        <a:xfrm>
          <a:off x="0" y="0"/>
          <a:ext cx="0" cy="0"/>
          <a:chOff x="0" y="0"/>
          <a:chExt cx="0" cy="0"/>
        </a:xfrm>
      </p:grpSpPr>
    </p:spTree>
    <p:extLst>
      <p:ext uri="{BB962C8B-B14F-4D97-AF65-F5344CB8AC3E}">
        <p14:creationId xmlns:p14="http://schemas.microsoft.com/office/powerpoint/2010/main" val="375671219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886A-C5CE-A6E2-E00E-E32139FD6C9A}"/>
            </a:ext>
          </a:extLst>
        </p:cNvPr>
        <p:cNvGrpSpPr/>
        <p:nvPr/>
      </p:nvGrpSpPr>
      <p:grpSpPr>
        <a:xfrm>
          <a:off x="0" y="0"/>
          <a:ext cx="0" cy="0"/>
          <a:chOff x="0" y="0"/>
          <a:chExt cx="0" cy="0"/>
        </a:xfrm>
      </p:grpSpPr>
    </p:spTree>
    <p:extLst>
      <p:ext uri="{BB962C8B-B14F-4D97-AF65-F5344CB8AC3E}">
        <p14:creationId xmlns:p14="http://schemas.microsoft.com/office/powerpoint/2010/main" val="86809772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1210-54CA-BA13-8472-82378746F2CF}"/>
            </a:ext>
          </a:extLst>
        </p:cNvPr>
        <p:cNvGrpSpPr/>
        <p:nvPr/>
      </p:nvGrpSpPr>
      <p:grpSpPr>
        <a:xfrm>
          <a:off x="0" y="0"/>
          <a:ext cx="0" cy="0"/>
          <a:chOff x="0" y="0"/>
          <a:chExt cx="0" cy="0"/>
        </a:xfrm>
      </p:grpSpPr>
    </p:spTree>
    <p:extLst>
      <p:ext uri="{BB962C8B-B14F-4D97-AF65-F5344CB8AC3E}">
        <p14:creationId xmlns:p14="http://schemas.microsoft.com/office/powerpoint/2010/main" val="260703436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3716B-02EE-7AB8-AADA-0AD39F1C95FE}"/>
            </a:ext>
          </a:extLst>
        </p:cNvPr>
        <p:cNvGrpSpPr/>
        <p:nvPr/>
      </p:nvGrpSpPr>
      <p:grpSpPr>
        <a:xfrm>
          <a:off x="0" y="0"/>
          <a:ext cx="0" cy="0"/>
          <a:chOff x="0" y="0"/>
          <a:chExt cx="0" cy="0"/>
        </a:xfrm>
      </p:grpSpPr>
    </p:spTree>
    <p:extLst>
      <p:ext uri="{BB962C8B-B14F-4D97-AF65-F5344CB8AC3E}">
        <p14:creationId xmlns:p14="http://schemas.microsoft.com/office/powerpoint/2010/main" val="113653053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D8E4-0EBA-7839-7A02-B53767465609}"/>
            </a:ext>
          </a:extLst>
        </p:cNvPr>
        <p:cNvGrpSpPr/>
        <p:nvPr/>
      </p:nvGrpSpPr>
      <p:grpSpPr>
        <a:xfrm>
          <a:off x="0" y="0"/>
          <a:ext cx="0" cy="0"/>
          <a:chOff x="0" y="0"/>
          <a:chExt cx="0" cy="0"/>
        </a:xfrm>
      </p:grpSpPr>
    </p:spTree>
    <p:extLst>
      <p:ext uri="{BB962C8B-B14F-4D97-AF65-F5344CB8AC3E}">
        <p14:creationId xmlns:p14="http://schemas.microsoft.com/office/powerpoint/2010/main" val="129471761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44404-EBE7-6377-70E5-EC6EDF05E7DB}"/>
            </a:ext>
          </a:extLst>
        </p:cNvPr>
        <p:cNvGrpSpPr/>
        <p:nvPr/>
      </p:nvGrpSpPr>
      <p:grpSpPr>
        <a:xfrm>
          <a:off x="0" y="0"/>
          <a:ext cx="0" cy="0"/>
          <a:chOff x="0" y="0"/>
          <a:chExt cx="0" cy="0"/>
        </a:xfrm>
      </p:grpSpPr>
    </p:spTree>
    <p:extLst>
      <p:ext uri="{BB962C8B-B14F-4D97-AF65-F5344CB8AC3E}">
        <p14:creationId xmlns:p14="http://schemas.microsoft.com/office/powerpoint/2010/main" val="109357025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EBFB8-D7D6-39A7-2966-78AB1DF187C0}"/>
            </a:ext>
          </a:extLst>
        </p:cNvPr>
        <p:cNvGrpSpPr/>
        <p:nvPr/>
      </p:nvGrpSpPr>
      <p:grpSpPr>
        <a:xfrm>
          <a:off x="0" y="0"/>
          <a:ext cx="0" cy="0"/>
          <a:chOff x="0" y="0"/>
          <a:chExt cx="0" cy="0"/>
        </a:xfrm>
      </p:grpSpPr>
    </p:spTree>
    <p:extLst>
      <p:ext uri="{BB962C8B-B14F-4D97-AF65-F5344CB8AC3E}">
        <p14:creationId xmlns:p14="http://schemas.microsoft.com/office/powerpoint/2010/main" val="219323921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D6945-1D2B-7599-7E00-E65486195002}"/>
            </a:ext>
          </a:extLst>
        </p:cNvPr>
        <p:cNvGrpSpPr/>
        <p:nvPr/>
      </p:nvGrpSpPr>
      <p:grpSpPr>
        <a:xfrm>
          <a:off x="0" y="0"/>
          <a:ext cx="0" cy="0"/>
          <a:chOff x="0" y="0"/>
          <a:chExt cx="0" cy="0"/>
        </a:xfrm>
      </p:grpSpPr>
    </p:spTree>
    <p:extLst>
      <p:ext uri="{BB962C8B-B14F-4D97-AF65-F5344CB8AC3E}">
        <p14:creationId xmlns:p14="http://schemas.microsoft.com/office/powerpoint/2010/main" val="378566239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D94C7-4776-12A9-23BE-6C5DF3695FB2}"/>
            </a:ext>
          </a:extLst>
        </p:cNvPr>
        <p:cNvGrpSpPr/>
        <p:nvPr/>
      </p:nvGrpSpPr>
      <p:grpSpPr>
        <a:xfrm>
          <a:off x="0" y="0"/>
          <a:ext cx="0" cy="0"/>
          <a:chOff x="0" y="0"/>
          <a:chExt cx="0" cy="0"/>
        </a:xfrm>
      </p:grpSpPr>
    </p:spTree>
    <p:extLst>
      <p:ext uri="{BB962C8B-B14F-4D97-AF65-F5344CB8AC3E}">
        <p14:creationId xmlns:p14="http://schemas.microsoft.com/office/powerpoint/2010/main" val="24353331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11D2B-8CBF-EA7A-004F-5F325A694176}"/>
            </a:ext>
          </a:extLst>
        </p:cNvPr>
        <p:cNvGrpSpPr/>
        <p:nvPr/>
      </p:nvGrpSpPr>
      <p:grpSpPr>
        <a:xfrm>
          <a:off x="0" y="0"/>
          <a:ext cx="0" cy="0"/>
          <a:chOff x="0" y="0"/>
          <a:chExt cx="0" cy="0"/>
        </a:xfrm>
      </p:grpSpPr>
    </p:spTree>
    <p:extLst>
      <p:ext uri="{BB962C8B-B14F-4D97-AF65-F5344CB8AC3E}">
        <p14:creationId xmlns:p14="http://schemas.microsoft.com/office/powerpoint/2010/main" val="377114564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35300-7635-D580-41E0-04A640E5CF1F}"/>
            </a:ext>
          </a:extLst>
        </p:cNvPr>
        <p:cNvGrpSpPr/>
        <p:nvPr/>
      </p:nvGrpSpPr>
      <p:grpSpPr>
        <a:xfrm>
          <a:off x="0" y="0"/>
          <a:ext cx="0" cy="0"/>
          <a:chOff x="0" y="0"/>
          <a:chExt cx="0" cy="0"/>
        </a:xfrm>
      </p:grpSpPr>
    </p:spTree>
    <p:extLst>
      <p:ext uri="{BB962C8B-B14F-4D97-AF65-F5344CB8AC3E}">
        <p14:creationId xmlns:p14="http://schemas.microsoft.com/office/powerpoint/2010/main" val="142191721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8CD6D-B5EA-C572-BD5E-A072FE4F01A5}"/>
            </a:ext>
          </a:extLst>
        </p:cNvPr>
        <p:cNvGrpSpPr/>
        <p:nvPr/>
      </p:nvGrpSpPr>
      <p:grpSpPr>
        <a:xfrm>
          <a:off x="0" y="0"/>
          <a:ext cx="0" cy="0"/>
          <a:chOff x="0" y="0"/>
          <a:chExt cx="0" cy="0"/>
        </a:xfrm>
      </p:grpSpPr>
    </p:spTree>
    <p:extLst>
      <p:ext uri="{BB962C8B-B14F-4D97-AF65-F5344CB8AC3E}">
        <p14:creationId xmlns:p14="http://schemas.microsoft.com/office/powerpoint/2010/main" val="94746119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61374-0259-BC34-2562-1B64AE9F9B1F}"/>
            </a:ext>
          </a:extLst>
        </p:cNvPr>
        <p:cNvGrpSpPr/>
        <p:nvPr/>
      </p:nvGrpSpPr>
      <p:grpSpPr>
        <a:xfrm>
          <a:off x="0" y="0"/>
          <a:ext cx="0" cy="0"/>
          <a:chOff x="0" y="0"/>
          <a:chExt cx="0" cy="0"/>
        </a:xfrm>
      </p:grpSpPr>
    </p:spTree>
    <p:extLst>
      <p:ext uri="{BB962C8B-B14F-4D97-AF65-F5344CB8AC3E}">
        <p14:creationId xmlns:p14="http://schemas.microsoft.com/office/powerpoint/2010/main" val="98472524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13858-C7E8-CC60-4AE4-BDD49BFC6848}"/>
            </a:ext>
          </a:extLst>
        </p:cNvPr>
        <p:cNvGrpSpPr/>
        <p:nvPr/>
      </p:nvGrpSpPr>
      <p:grpSpPr>
        <a:xfrm>
          <a:off x="0" y="0"/>
          <a:ext cx="0" cy="0"/>
          <a:chOff x="0" y="0"/>
          <a:chExt cx="0" cy="0"/>
        </a:xfrm>
      </p:grpSpPr>
    </p:spTree>
    <p:extLst>
      <p:ext uri="{BB962C8B-B14F-4D97-AF65-F5344CB8AC3E}">
        <p14:creationId xmlns:p14="http://schemas.microsoft.com/office/powerpoint/2010/main" val="273443676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308CB-6176-762A-9BF4-527BBAC68929}"/>
            </a:ext>
          </a:extLst>
        </p:cNvPr>
        <p:cNvGrpSpPr/>
        <p:nvPr/>
      </p:nvGrpSpPr>
      <p:grpSpPr>
        <a:xfrm>
          <a:off x="0" y="0"/>
          <a:ext cx="0" cy="0"/>
          <a:chOff x="0" y="0"/>
          <a:chExt cx="0" cy="0"/>
        </a:xfrm>
      </p:grpSpPr>
    </p:spTree>
    <p:extLst>
      <p:ext uri="{BB962C8B-B14F-4D97-AF65-F5344CB8AC3E}">
        <p14:creationId xmlns:p14="http://schemas.microsoft.com/office/powerpoint/2010/main" val="295198042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A3B9E-0E2D-011D-B020-07DBAB35A848}"/>
            </a:ext>
          </a:extLst>
        </p:cNvPr>
        <p:cNvGrpSpPr/>
        <p:nvPr/>
      </p:nvGrpSpPr>
      <p:grpSpPr>
        <a:xfrm>
          <a:off x="0" y="0"/>
          <a:ext cx="0" cy="0"/>
          <a:chOff x="0" y="0"/>
          <a:chExt cx="0" cy="0"/>
        </a:xfrm>
      </p:grpSpPr>
    </p:spTree>
    <p:extLst>
      <p:ext uri="{BB962C8B-B14F-4D97-AF65-F5344CB8AC3E}">
        <p14:creationId xmlns:p14="http://schemas.microsoft.com/office/powerpoint/2010/main" val="111412540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93DF9-A085-7D9F-D851-98F26F62F182}"/>
            </a:ext>
          </a:extLst>
        </p:cNvPr>
        <p:cNvGrpSpPr/>
        <p:nvPr/>
      </p:nvGrpSpPr>
      <p:grpSpPr>
        <a:xfrm>
          <a:off x="0" y="0"/>
          <a:ext cx="0" cy="0"/>
          <a:chOff x="0" y="0"/>
          <a:chExt cx="0" cy="0"/>
        </a:xfrm>
      </p:grpSpPr>
    </p:spTree>
    <p:extLst>
      <p:ext uri="{BB962C8B-B14F-4D97-AF65-F5344CB8AC3E}">
        <p14:creationId xmlns:p14="http://schemas.microsoft.com/office/powerpoint/2010/main" val="134948869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0082F-5F93-7E3A-8BB6-965495C8C48F}"/>
            </a:ext>
          </a:extLst>
        </p:cNvPr>
        <p:cNvGrpSpPr/>
        <p:nvPr/>
      </p:nvGrpSpPr>
      <p:grpSpPr>
        <a:xfrm>
          <a:off x="0" y="0"/>
          <a:ext cx="0" cy="0"/>
          <a:chOff x="0" y="0"/>
          <a:chExt cx="0" cy="0"/>
        </a:xfrm>
      </p:grpSpPr>
    </p:spTree>
    <p:extLst>
      <p:ext uri="{BB962C8B-B14F-4D97-AF65-F5344CB8AC3E}">
        <p14:creationId xmlns:p14="http://schemas.microsoft.com/office/powerpoint/2010/main" val="331797334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0152C-D70B-A46A-F71A-45566AD12BD9}"/>
            </a:ext>
          </a:extLst>
        </p:cNvPr>
        <p:cNvGrpSpPr/>
        <p:nvPr/>
      </p:nvGrpSpPr>
      <p:grpSpPr>
        <a:xfrm>
          <a:off x="0" y="0"/>
          <a:ext cx="0" cy="0"/>
          <a:chOff x="0" y="0"/>
          <a:chExt cx="0" cy="0"/>
        </a:xfrm>
      </p:grpSpPr>
    </p:spTree>
    <p:extLst>
      <p:ext uri="{BB962C8B-B14F-4D97-AF65-F5344CB8AC3E}">
        <p14:creationId xmlns:p14="http://schemas.microsoft.com/office/powerpoint/2010/main" val="369396939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65DD3-76A3-9E19-12A3-4CD939B0E66B}"/>
            </a:ext>
          </a:extLst>
        </p:cNvPr>
        <p:cNvGrpSpPr/>
        <p:nvPr/>
      </p:nvGrpSpPr>
      <p:grpSpPr>
        <a:xfrm>
          <a:off x="0" y="0"/>
          <a:ext cx="0" cy="0"/>
          <a:chOff x="0" y="0"/>
          <a:chExt cx="0" cy="0"/>
        </a:xfrm>
      </p:grpSpPr>
    </p:spTree>
    <p:extLst>
      <p:ext uri="{BB962C8B-B14F-4D97-AF65-F5344CB8AC3E}">
        <p14:creationId xmlns:p14="http://schemas.microsoft.com/office/powerpoint/2010/main" val="33106843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59CAB-60EF-5ADA-A741-B3D05AB6DB2A}"/>
            </a:ext>
          </a:extLst>
        </p:cNvPr>
        <p:cNvGrpSpPr/>
        <p:nvPr/>
      </p:nvGrpSpPr>
      <p:grpSpPr>
        <a:xfrm>
          <a:off x="0" y="0"/>
          <a:ext cx="0" cy="0"/>
          <a:chOff x="0" y="0"/>
          <a:chExt cx="0" cy="0"/>
        </a:xfrm>
      </p:grpSpPr>
    </p:spTree>
    <p:extLst>
      <p:ext uri="{BB962C8B-B14F-4D97-AF65-F5344CB8AC3E}">
        <p14:creationId xmlns:p14="http://schemas.microsoft.com/office/powerpoint/2010/main" val="284850350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92FCA-DA2B-9516-2E5A-1BF137BFCD6E}"/>
            </a:ext>
          </a:extLst>
        </p:cNvPr>
        <p:cNvGrpSpPr/>
        <p:nvPr/>
      </p:nvGrpSpPr>
      <p:grpSpPr>
        <a:xfrm>
          <a:off x="0" y="0"/>
          <a:ext cx="0" cy="0"/>
          <a:chOff x="0" y="0"/>
          <a:chExt cx="0" cy="0"/>
        </a:xfrm>
      </p:grpSpPr>
    </p:spTree>
    <p:extLst>
      <p:ext uri="{BB962C8B-B14F-4D97-AF65-F5344CB8AC3E}">
        <p14:creationId xmlns:p14="http://schemas.microsoft.com/office/powerpoint/2010/main" val="100451408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846CB-37F1-501F-B4D4-F692583E691C}"/>
            </a:ext>
          </a:extLst>
        </p:cNvPr>
        <p:cNvGrpSpPr/>
        <p:nvPr/>
      </p:nvGrpSpPr>
      <p:grpSpPr>
        <a:xfrm>
          <a:off x="0" y="0"/>
          <a:ext cx="0" cy="0"/>
          <a:chOff x="0" y="0"/>
          <a:chExt cx="0" cy="0"/>
        </a:xfrm>
      </p:grpSpPr>
    </p:spTree>
    <p:extLst>
      <p:ext uri="{BB962C8B-B14F-4D97-AF65-F5344CB8AC3E}">
        <p14:creationId xmlns:p14="http://schemas.microsoft.com/office/powerpoint/2010/main" val="380931572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79B84-D7D2-38C6-326C-2A459FA54EDA}"/>
            </a:ext>
          </a:extLst>
        </p:cNvPr>
        <p:cNvGrpSpPr/>
        <p:nvPr/>
      </p:nvGrpSpPr>
      <p:grpSpPr>
        <a:xfrm>
          <a:off x="0" y="0"/>
          <a:ext cx="0" cy="0"/>
          <a:chOff x="0" y="0"/>
          <a:chExt cx="0" cy="0"/>
        </a:xfrm>
      </p:grpSpPr>
    </p:spTree>
    <p:extLst>
      <p:ext uri="{BB962C8B-B14F-4D97-AF65-F5344CB8AC3E}">
        <p14:creationId xmlns:p14="http://schemas.microsoft.com/office/powerpoint/2010/main" val="425268964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B56DF-6D1C-CA41-3060-4052FE9E8103}"/>
            </a:ext>
          </a:extLst>
        </p:cNvPr>
        <p:cNvGrpSpPr/>
        <p:nvPr/>
      </p:nvGrpSpPr>
      <p:grpSpPr>
        <a:xfrm>
          <a:off x="0" y="0"/>
          <a:ext cx="0" cy="0"/>
          <a:chOff x="0" y="0"/>
          <a:chExt cx="0" cy="0"/>
        </a:xfrm>
      </p:grpSpPr>
    </p:spTree>
    <p:extLst>
      <p:ext uri="{BB962C8B-B14F-4D97-AF65-F5344CB8AC3E}">
        <p14:creationId xmlns:p14="http://schemas.microsoft.com/office/powerpoint/2010/main" val="215576192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BA88A-C29E-BDBF-B308-16ABA035ED8E}"/>
            </a:ext>
          </a:extLst>
        </p:cNvPr>
        <p:cNvGrpSpPr/>
        <p:nvPr/>
      </p:nvGrpSpPr>
      <p:grpSpPr>
        <a:xfrm>
          <a:off x="0" y="0"/>
          <a:ext cx="0" cy="0"/>
          <a:chOff x="0" y="0"/>
          <a:chExt cx="0" cy="0"/>
        </a:xfrm>
      </p:grpSpPr>
    </p:spTree>
    <p:extLst>
      <p:ext uri="{BB962C8B-B14F-4D97-AF65-F5344CB8AC3E}">
        <p14:creationId xmlns:p14="http://schemas.microsoft.com/office/powerpoint/2010/main" val="62868716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CF412-B22E-AD1C-0B22-ACD671064706}"/>
            </a:ext>
          </a:extLst>
        </p:cNvPr>
        <p:cNvGrpSpPr/>
        <p:nvPr/>
      </p:nvGrpSpPr>
      <p:grpSpPr>
        <a:xfrm>
          <a:off x="0" y="0"/>
          <a:ext cx="0" cy="0"/>
          <a:chOff x="0" y="0"/>
          <a:chExt cx="0" cy="0"/>
        </a:xfrm>
      </p:grpSpPr>
    </p:spTree>
    <p:extLst>
      <p:ext uri="{BB962C8B-B14F-4D97-AF65-F5344CB8AC3E}">
        <p14:creationId xmlns:p14="http://schemas.microsoft.com/office/powerpoint/2010/main" val="381145394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C8911-4B55-DD08-6303-01D9FE9DF190}"/>
            </a:ext>
          </a:extLst>
        </p:cNvPr>
        <p:cNvGrpSpPr/>
        <p:nvPr/>
      </p:nvGrpSpPr>
      <p:grpSpPr>
        <a:xfrm>
          <a:off x="0" y="0"/>
          <a:ext cx="0" cy="0"/>
          <a:chOff x="0" y="0"/>
          <a:chExt cx="0" cy="0"/>
        </a:xfrm>
      </p:grpSpPr>
    </p:spTree>
    <p:extLst>
      <p:ext uri="{BB962C8B-B14F-4D97-AF65-F5344CB8AC3E}">
        <p14:creationId xmlns:p14="http://schemas.microsoft.com/office/powerpoint/2010/main" val="75533157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FA42C-B301-1216-5E49-34CF65D03E4A}"/>
            </a:ext>
          </a:extLst>
        </p:cNvPr>
        <p:cNvGrpSpPr/>
        <p:nvPr/>
      </p:nvGrpSpPr>
      <p:grpSpPr>
        <a:xfrm>
          <a:off x="0" y="0"/>
          <a:ext cx="0" cy="0"/>
          <a:chOff x="0" y="0"/>
          <a:chExt cx="0" cy="0"/>
        </a:xfrm>
      </p:grpSpPr>
    </p:spTree>
    <p:extLst>
      <p:ext uri="{BB962C8B-B14F-4D97-AF65-F5344CB8AC3E}">
        <p14:creationId xmlns:p14="http://schemas.microsoft.com/office/powerpoint/2010/main" val="222658367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22FCD-8130-1B56-67FB-FF70A3A958BF}"/>
            </a:ext>
          </a:extLst>
        </p:cNvPr>
        <p:cNvGrpSpPr/>
        <p:nvPr/>
      </p:nvGrpSpPr>
      <p:grpSpPr>
        <a:xfrm>
          <a:off x="0" y="0"/>
          <a:ext cx="0" cy="0"/>
          <a:chOff x="0" y="0"/>
          <a:chExt cx="0" cy="0"/>
        </a:xfrm>
      </p:grpSpPr>
    </p:spTree>
    <p:extLst>
      <p:ext uri="{BB962C8B-B14F-4D97-AF65-F5344CB8AC3E}">
        <p14:creationId xmlns:p14="http://schemas.microsoft.com/office/powerpoint/2010/main" val="197071648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93433-3069-639F-011B-6F73DA7CEAB5}"/>
            </a:ext>
          </a:extLst>
        </p:cNvPr>
        <p:cNvGrpSpPr/>
        <p:nvPr/>
      </p:nvGrpSpPr>
      <p:grpSpPr>
        <a:xfrm>
          <a:off x="0" y="0"/>
          <a:ext cx="0" cy="0"/>
          <a:chOff x="0" y="0"/>
          <a:chExt cx="0" cy="0"/>
        </a:xfrm>
      </p:grpSpPr>
    </p:spTree>
    <p:extLst>
      <p:ext uri="{BB962C8B-B14F-4D97-AF65-F5344CB8AC3E}">
        <p14:creationId xmlns:p14="http://schemas.microsoft.com/office/powerpoint/2010/main" val="223153027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920B4-C7ED-2A9B-CA1C-B7E72F752DC3}"/>
            </a:ext>
          </a:extLst>
        </p:cNvPr>
        <p:cNvGrpSpPr/>
        <p:nvPr/>
      </p:nvGrpSpPr>
      <p:grpSpPr>
        <a:xfrm>
          <a:off x="0" y="0"/>
          <a:ext cx="0" cy="0"/>
          <a:chOff x="0" y="0"/>
          <a:chExt cx="0" cy="0"/>
        </a:xfrm>
      </p:grpSpPr>
    </p:spTree>
    <p:extLst>
      <p:ext uri="{BB962C8B-B14F-4D97-AF65-F5344CB8AC3E}">
        <p14:creationId xmlns:p14="http://schemas.microsoft.com/office/powerpoint/2010/main" val="369972983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D4A11-4637-DF83-9B99-BA53F6D0F911}"/>
            </a:ext>
          </a:extLst>
        </p:cNvPr>
        <p:cNvGrpSpPr/>
        <p:nvPr/>
      </p:nvGrpSpPr>
      <p:grpSpPr>
        <a:xfrm>
          <a:off x="0" y="0"/>
          <a:ext cx="0" cy="0"/>
          <a:chOff x="0" y="0"/>
          <a:chExt cx="0" cy="0"/>
        </a:xfrm>
      </p:grpSpPr>
    </p:spTree>
    <p:extLst>
      <p:ext uri="{BB962C8B-B14F-4D97-AF65-F5344CB8AC3E}">
        <p14:creationId xmlns:p14="http://schemas.microsoft.com/office/powerpoint/2010/main" val="217968171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EC0B9-D239-E661-EEED-C163A616B6CE}"/>
            </a:ext>
          </a:extLst>
        </p:cNvPr>
        <p:cNvGrpSpPr/>
        <p:nvPr/>
      </p:nvGrpSpPr>
      <p:grpSpPr>
        <a:xfrm>
          <a:off x="0" y="0"/>
          <a:ext cx="0" cy="0"/>
          <a:chOff x="0" y="0"/>
          <a:chExt cx="0" cy="0"/>
        </a:xfrm>
      </p:grpSpPr>
    </p:spTree>
    <p:extLst>
      <p:ext uri="{BB962C8B-B14F-4D97-AF65-F5344CB8AC3E}">
        <p14:creationId xmlns:p14="http://schemas.microsoft.com/office/powerpoint/2010/main" val="121590872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586A5-5154-A948-8B9C-937AFAB33D23}"/>
            </a:ext>
          </a:extLst>
        </p:cNvPr>
        <p:cNvGrpSpPr/>
        <p:nvPr/>
      </p:nvGrpSpPr>
      <p:grpSpPr>
        <a:xfrm>
          <a:off x="0" y="0"/>
          <a:ext cx="0" cy="0"/>
          <a:chOff x="0" y="0"/>
          <a:chExt cx="0" cy="0"/>
        </a:xfrm>
      </p:grpSpPr>
    </p:spTree>
    <p:extLst>
      <p:ext uri="{BB962C8B-B14F-4D97-AF65-F5344CB8AC3E}">
        <p14:creationId xmlns:p14="http://schemas.microsoft.com/office/powerpoint/2010/main" val="262045776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937F6-788C-CC79-54D1-DD892ECC21FE}"/>
            </a:ext>
          </a:extLst>
        </p:cNvPr>
        <p:cNvGrpSpPr/>
        <p:nvPr/>
      </p:nvGrpSpPr>
      <p:grpSpPr>
        <a:xfrm>
          <a:off x="0" y="0"/>
          <a:ext cx="0" cy="0"/>
          <a:chOff x="0" y="0"/>
          <a:chExt cx="0" cy="0"/>
        </a:xfrm>
      </p:grpSpPr>
    </p:spTree>
    <p:extLst>
      <p:ext uri="{BB962C8B-B14F-4D97-AF65-F5344CB8AC3E}">
        <p14:creationId xmlns:p14="http://schemas.microsoft.com/office/powerpoint/2010/main" val="322382464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F803F-B9A9-B5B4-194E-7AE8E7285E1C}"/>
            </a:ext>
          </a:extLst>
        </p:cNvPr>
        <p:cNvGrpSpPr/>
        <p:nvPr/>
      </p:nvGrpSpPr>
      <p:grpSpPr>
        <a:xfrm>
          <a:off x="0" y="0"/>
          <a:ext cx="0" cy="0"/>
          <a:chOff x="0" y="0"/>
          <a:chExt cx="0" cy="0"/>
        </a:xfrm>
      </p:grpSpPr>
    </p:spTree>
    <p:extLst>
      <p:ext uri="{BB962C8B-B14F-4D97-AF65-F5344CB8AC3E}">
        <p14:creationId xmlns:p14="http://schemas.microsoft.com/office/powerpoint/2010/main" val="226625118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2D65D-CC6E-9AC8-7282-634C565CB206}"/>
            </a:ext>
          </a:extLst>
        </p:cNvPr>
        <p:cNvGrpSpPr/>
        <p:nvPr/>
      </p:nvGrpSpPr>
      <p:grpSpPr>
        <a:xfrm>
          <a:off x="0" y="0"/>
          <a:ext cx="0" cy="0"/>
          <a:chOff x="0" y="0"/>
          <a:chExt cx="0" cy="0"/>
        </a:xfrm>
      </p:grpSpPr>
    </p:spTree>
    <p:extLst>
      <p:ext uri="{BB962C8B-B14F-4D97-AF65-F5344CB8AC3E}">
        <p14:creationId xmlns:p14="http://schemas.microsoft.com/office/powerpoint/2010/main" val="197582416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A8802-D060-D32B-613E-BF26E142ECCE}"/>
            </a:ext>
          </a:extLst>
        </p:cNvPr>
        <p:cNvGrpSpPr/>
        <p:nvPr/>
      </p:nvGrpSpPr>
      <p:grpSpPr>
        <a:xfrm>
          <a:off x="0" y="0"/>
          <a:ext cx="0" cy="0"/>
          <a:chOff x="0" y="0"/>
          <a:chExt cx="0" cy="0"/>
        </a:xfrm>
      </p:grpSpPr>
    </p:spTree>
    <p:extLst>
      <p:ext uri="{BB962C8B-B14F-4D97-AF65-F5344CB8AC3E}">
        <p14:creationId xmlns:p14="http://schemas.microsoft.com/office/powerpoint/2010/main" val="173935433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206C9-48F4-8ADF-1DFE-8A2E56868DA5}"/>
            </a:ext>
          </a:extLst>
        </p:cNvPr>
        <p:cNvGrpSpPr/>
        <p:nvPr/>
      </p:nvGrpSpPr>
      <p:grpSpPr>
        <a:xfrm>
          <a:off x="0" y="0"/>
          <a:ext cx="0" cy="0"/>
          <a:chOff x="0" y="0"/>
          <a:chExt cx="0" cy="0"/>
        </a:xfrm>
      </p:grpSpPr>
    </p:spTree>
    <p:extLst>
      <p:ext uri="{BB962C8B-B14F-4D97-AF65-F5344CB8AC3E}">
        <p14:creationId xmlns:p14="http://schemas.microsoft.com/office/powerpoint/2010/main" val="33223616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04796-FAC5-1511-826B-11054CC12116}"/>
            </a:ext>
          </a:extLst>
        </p:cNvPr>
        <p:cNvGrpSpPr/>
        <p:nvPr/>
      </p:nvGrpSpPr>
      <p:grpSpPr>
        <a:xfrm>
          <a:off x="0" y="0"/>
          <a:ext cx="0" cy="0"/>
          <a:chOff x="0" y="0"/>
          <a:chExt cx="0" cy="0"/>
        </a:xfrm>
      </p:grpSpPr>
    </p:spTree>
    <p:extLst>
      <p:ext uri="{BB962C8B-B14F-4D97-AF65-F5344CB8AC3E}">
        <p14:creationId xmlns:p14="http://schemas.microsoft.com/office/powerpoint/2010/main" val="213129305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D0802-D1C1-99C7-36DE-8DB518658C34}"/>
            </a:ext>
          </a:extLst>
        </p:cNvPr>
        <p:cNvGrpSpPr/>
        <p:nvPr/>
      </p:nvGrpSpPr>
      <p:grpSpPr>
        <a:xfrm>
          <a:off x="0" y="0"/>
          <a:ext cx="0" cy="0"/>
          <a:chOff x="0" y="0"/>
          <a:chExt cx="0" cy="0"/>
        </a:xfrm>
      </p:grpSpPr>
    </p:spTree>
    <p:extLst>
      <p:ext uri="{BB962C8B-B14F-4D97-AF65-F5344CB8AC3E}">
        <p14:creationId xmlns:p14="http://schemas.microsoft.com/office/powerpoint/2010/main" val="110778266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921FB-B4E0-1331-362D-E9EBC28713A0}"/>
            </a:ext>
          </a:extLst>
        </p:cNvPr>
        <p:cNvGrpSpPr/>
        <p:nvPr/>
      </p:nvGrpSpPr>
      <p:grpSpPr>
        <a:xfrm>
          <a:off x="0" y="0"/>
          <a:ext cx="0" cy="0"/>
          <a:chOff x="0" y="0"/>
          <a:chExt cx="0" cy="0"/>
        </a:xfrm>
      </p:grpSpPr>
    </p:spTree>
    <p:extLst>
      <p:ext uri="{BB962C8B-B14F-4D97-AF65-F5344CB8AC3E}">
        <p14:creationId xmlns:p14="http://schemas.microsoft.com/office/powerpoint/2010/main" val="412672878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1FCCA-A548-8A20-CCFC-8B299617C469}"/>
            </a:ext>
          </a:extLst>
        </p:cNvPr>
        <p:cNvGrpSpPr/>
        <p:nvPr/>
      </p:nvGrpSpPr>
      <p:grpSpPr>
        <a:xfrm>
          <a:off x="0" y="0"/>
          <a:ext cx="0" cy="0"/>
          <a:chOff x="0" y="0"/>
          <a:chExt cx="0" cy="0"/>
        </a:xfrm>
      </p:grpSpPr>
    </p:spTree>
    <p:extLst>
      <p:ext uri="{BB962C8B-B14F-4D97-AF65-F5344CB8AC3E}">
        <p14:creationId xmlns:p14="http://schemas.microsoft.com/office/powerpoint/2010/main" val="162703012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704B4-5590-C756-847D-CBD6A3A1EB2E}"/>
            </a:ext>
          </a:extLst>
        </p:cNvPr>
        <p:cNvGrpSpPr/>
        <p:nvPr/>
      </p:nvGrpSpPr>
      <p:grpSpPr>
        <a:xfrm>
          <a:off x="0" y="0"/>
          <a:ext cx="0" cy="0"/>
          <a:chOff x="0" y="0"/>
          <a:chExt cx="0" cy="0"/>
        </a:xfrm>
      </p:grpSpPr>
    </p:spTree>
    <p:extLst>
      <p:ext uri="{BB962C8B-B14F-4D97-AF65-F5344CB8AC3E}">
        <p14:creationId xmlns:p14="http://schemas.microsoft.com/office/powerpoint/2010/main" val="249657461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537C3-65EF-3519-39C1-005D95C4585C}"/>
            </a:ext>
          </a:extLst>
        </p:cNvPr>
        <p:cNvGrpSpPr/>
        <p:nvPr/>
      </p:nvGrpSpPr>
      <p:grpSpPr>
        <a:xfrm>
          <a:off x="0" y="0"/>
          <a:ext cx="0" cy="0"/>
          <a:chOff x="0" y="0"/>
          <a:chExt cx="0" cy="0"/>
        </a:xfrm>
      </p:grpSpPr>
    </p:spTree>
    <p:extLst>
      <p:ext uri="{BB962C8B-B14F-4D97-AF65-F5344CB8AC3E}">
        <p14:creationId xmlns:p14="http://schemas.microsoft.com/office/powerpoint/2010/main" val="150360727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A31E9-75AC-1C33-ED53-E3E6F2B41113}"/>
            </a:ext>
          </a:extLst>
        </p:cNvPr>
        <p:cNvGrpSpPr/>
        <p:nvPr/>
      </p:nvGrpSpPr>
      <p:grpSpPr>
        <a:xfrm>
          <a:off x="0" y="0"/>
          <a:ext cx="0" cy="0"/>
          <a:chOff x="0" y="0"/>
          <a:chExt cx="0" cy="0"/>
        </a:xfrm>
      </p:grpSpPr>
    </p:spTree>
    <p:extLst>
      <p:ext uri="{BB962C8B-B14F-4D97-AF65-F5344CB8AC3E}">
        <p14:creationId xmlns:p14="http://schemas.microsoft.com/office/powerpoint/2010/main" val="71470311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14B1A-9386-ECBB-693F-748856F75F06}"/>
            </a:ext>
          </a:extLst>
        </p:cNvPr>
        <p:cNvGrpSpPr/>
        <p:nvPr/>
      </p:nvGrpSpPr>
      <p:grpSpPr>
        <a:xfrm>
          <a:off x="0" y="0"/>
          <a:ext cx="0" cy="0"/>
          <a:chOff x="0" y="0"/>
          <a:chExt cx="0" cy="0"/>
        </a:xfrm>
      </p:grpSpPr>
    </p:spTree>
    <p:extLst>
      <p:ext uri="{BB962C8B-B14F-4D97-AF65-F5344CB8AC3E}">
        <p14:creationId xmlns:p14="http://schemas.microsoft.com/office/powerpoint/2010/main" val="390706121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C772B-C1A1-459A-9771-4C8D2FD78F8B}"/>
            </a:ext>
          </a:extLst>
        </p:cNvPr>
        <p:cNvGrpSpPr/>
        <p:nvPr/>
      </p:nvGrpSpPr>
      <p:grpSpPr>
        <a:xfrm>
          <a:off x="0" y="0"/>
          <a:ext cx="0" cy="0"/>
          <a:chOff x="0" y="0"/>
          <a:chExt cx="0" cy="0"/>
        </a:xfrm>
      </p:grpSpPr>
    </p:spTree>
    <p:extLst>
      <p:ext uri="{BB962C8B-B14F-4D97-AF65-F5344CB8AC3E}">
        <p14:creationId xmlns:p14="http://schemas.microsoft.com/office/powerpoint/2010/main" val="14201387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90BC9-3829-6CED-6DA9-A3EF24DD88CA}"/>
            </a:ext>
          </a:extLst>
        </p:cNvPr>
        <p:cNvGrpSpPr/>
        <p:nvPr/>
      </p:nvGrpSpPr>
      <p:grpSpPr>
        <a:xfrm>
          <a:off x="0" y="0"/>
          <a:ext cx="0" cy="0"/>
          <a:chOff x="0" y="0"/>
          <a:chExt cx="0" cy="0"/>
        </a:xfrm>
      </p:grpSpPr>
    </p:spTree>
    <p:extLst>
      <p:ext uri="{BB962C8B-B14F-4D97-AF65-F5344CB8AC3E}">
        <p14:creationId xmlns:p14="http://schemas.microsoft.com/office/powerpoint/2010/main" val="332959419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6B5F6-9C07-9E11-3BE7-BA2C79EAF915}"/>
            </a:ext>
          </a:extLst>
        </p:cNvPr>
        <p:cNvGrpSpPr/>
        <p:nvPr/>
      </p:nvGrpSpPr>
      <p:grpSpPr>
        <a:xfrm>
          <a:off x="0" y="0"/>
          <a:ext cx="0" cy="0"/>
          <a:chOff x="0" y="0"/>
          <a:chExt cx="0" cy="0"/>
        </a:xfrm>
      </p:grpSpPr>
    </p:spTree>
    <p:extLst>
      <p:ext uri="{BB962C8B-B14F-4D97-AF65-F5344CB8AC3E}">
        <p14:creationId xmlns:p14="http://schemas.microsoft.com/office/powerpoint/2010/main" val="229038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311</TotalTime>
  <Words>0</Words>
  <Application>Microsoft Office PowerPoint</Application>
  <PresentationFormat>Widescreen</PresentationFormat>
  <Paragraphs>0</Paragraphs>
  <Slides>210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210</vt:i4>
      </vt:variant>
    </vt:vector>
  </HeadingPairs>
  <TitlesOfParts>
    <vt:vector size="2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Dipak Pulami Magar</dc:creator>
  <cp:lastModifiedBy>Dipak Pulami Magar</cp:lastModifiedBy>
  <cp:revision>2</cp:revision>
  <dcterms:created xsi:type="dcterms:W3CDTF">2026-02-06T13:25:54Z</dcterms:created>
  <dcterms:modified xsi:type="dcterms:W3CDTF">2026-02-07T00:31:11Z</dcterms:modified>
</cp:coreProperties>
</file>