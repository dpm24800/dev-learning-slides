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3" r:id="rId6"/>
    <p:sldId id="262" r:id="rId7"/>
    <p:sldId id="261" r:id="rId8"/>
    <p:sldId id="260" r:id="rId9"/>
    <p:sldId id="264" r:id="rId10"/>
    <p:sldId id="267" r:id="rId11"/>
    <p:sldId id="270" r:id="rId12"/>
    <p:sldId id="269" r:id="rId13"/>
    <p:sldId id="271" r:id="rId14"/>
    <p:sldId id="272" r:id="rId15"/>
    <p:sldId id="273" r:id="rId16"/>
    <p:sldId id="2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EB555-04E1-3598-FA0C-D491369C53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089512-4DF6-4C3E-138B-6A608038C5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7C36B5-B9DA-0F5C-2B60-466F6B0070B6}"/>
              </a:ext>
            </a:extLst>
          </p:cNvPr>
          <p:cNvSpPr>
            <a:spLocks noGrp="1"/>
          </p:cNvSpPr>
          <p:nvPr>
            <p:ph type="dt" sz="half" idx="10"/>
          </p:nvPr>
        </p:nvSpPr>
        <p:spPr/>
        <p:txBody>
          <a:bodyPr/>
          <a:lstStyle/>
          <a:p>
            <a:fld id="{0ECFA1C1-F41B-443F-8CDE-B4F8641DBF29}" type="datetimeFigureOut">
              <a:rPr lang="en-US" smtClean="0"/>
              <a:t>2/6/2026</a:t>
            </a:fld>
            <a:endParaRPr lang="en-US"/>
          </a:p>
        </p:txBody>
      </p:sp>
      <p:sp>
        <p:nvSpPr>
          <p:cNvPr id="5" name="Footer Placeholder 4">
            <a:extLst>
              <a:ext uri="{FF2B5EF4-FFF2-40B4-BE49-F238E27FC236}">
                <a16:creationId xmlns:a16="http://schemas.microsoft.com/office/drawing/2014/main" id="{8669DFBB-3743-5636-3C58-66EFEA1FA1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639A74-262C-824A-1B86-4C9200B2B272}"/>
              </a:ext>
            </a:extLst>
          </p:cNvPr>
          <p:cNvSpPr>
            <a:spLocks noGrp="1"/>
          </p:cNvSpPr>
          <p:nvPr>
            <p:ph type="sldNum" sz="quarter" idx="12"/>
          </p:nvPr>
        </p:nvSpPr>
        <p:spPr/>
        <p:txBody>
          <a:bodyPr/>
          <a:lstStyle/>
          <a:p>
            <a:fld id="{3C60D056-9926-4803-801C-F65475C79847}" type="slidenum">
              <a:rPr lang="en-US" smtClean="0"/>
              <a:t>‹#›</a:t>
            </a:fld>
            <a:endParaRPr lang="en-US"/>
          </a:p>
        </p:txBody>
      </p:sp>
    </p:spTree>
    <p:extLst>
      <p:ext uri="{BB962C8B-B14F-4D97-AF65-F5344CB8AC3E}">
        <p14:creationId xmlns:p14="http://schemas.microsoft.com/office/powerpoint/2010/main" val="1905314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CD0A6-C652-3CCD-4246-6A777EC3E5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2FBEC4-E0B2-30B3-2677-21DAC90C54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B21AE8-3B44-BC9C-2CD2-B696C7154867}"/>
              </a:ext>
            </a:extLst>
          </p:cNvPr>
          <p:cNvSpPr>
            <a:spLocks noGrp="1"/>
          </p:cNvSpPr>
          <p:nvPr>
            <p:ph type="dt" sz="half" idx="10"/>
          </p:nvPr>
        </p:nvSpPr>
        <p:spPr/>
        <p:txBody>
          <a:bodyPr/>
          <a:lstStyle/>
          <a:p>
            <a:fld id="{0ECFA1C1-F41B-443F-8CDE-B4F8641DBF29}" type="datetimeFigureOut">
              <a:rPr lang="en-US" smtClean="0"/>
              <a:t>2/6/2026</a:t>
            </a:fld>
            <a:endParaRPr lang="en-US"/>
          </a:p>
        </p:txBody>
      </p:sp>
      <p:sp>
        <p:nvSpPr>
          <p:cNvPr id="5" name="Footer Placeholder 4">
            <a:extLst>
              <a:ext uri="{FF2B5EF4-FFF2-40B4-BE49-F238E27FC236}">
                <a16:creationId xmlns:a16="http://schemas.microsoft.com/office/drawing/2014/main" id="{B41E8A68-07F5-A8FE-C176-F4404AE287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2089E5-3F4A-6719-0486-2C434D14F104}"/>
              </a:ext>
            </a:extLst>
          </p:cNvPr>
          <p:cNvSpPr>
            <a:spLocks noGrp="1"/>
          </p:cNvSpPr>
          <p:nvPr>
            <p:ph type="sldNum" sz="quarter" idx="12"/>
          </p:nvPr>
        </p:nvSpPr>
        <p:spPr/>
        <p:txBody>
          <a:bodyPr/>
          <a:lstStyle/>
          <a:p>
            <a:fld id="{3C60D056-9926-4803-801C-F65475C79847}" type="slidenum">
              <a:rPr lang="en-US" smtClean="0"/>
              <a:t>‹#›</a:t>
            </a:fld>
            <a:endParaRPr lang="en-US"/>
          </a:p>
        </p:txBody>
      </p:sp>
    </p:spTree>
    <p:extLst>
      <p:ext uri="{BB962C8B-B14F-4D97-AF65-F5344CB8AC3E}">
        <p14:creationId xmlns:p14="http://schemas.microsoft.com/office/powerpoint/2010/main" val="2972330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8F10E-B762-6A4A-26F1-8AD548E44D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B15E96-F74A-4CE5-0FA8-DD2B9A902E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F14EC7-57D1-9FFA-12E8-7B76D603B814}"/>
              </a:ext>
            </a:extLst>
          </p:cNvPr>
          <p:cNvSpPr>
            <a:spLocks noGrp="1"/>
          </p:cNvSpPr>
          <p:nvPr>
            <p:ph type="dt" sz="half" idx="10"/>
          </p:nvPr>
        </p:nvSpPr>
        <p:spPr/>
        <p:txBody>
          <a:bodyPr/>
          <a:lstStyle/>
          <a:p>
            <a:fld id="{0ECFA1C1-F41B-443F-8CDE-B4F8641DBF29}" type="datetimeFigureOut">
              <a:rPr lang="en-US" smtClean="0"/>
              <a:t>2/6/2026</a:t>
            </a:fld>
            <a:endParaRPr lang="en-US"/>
          </a:p>
        </p:txBody>
      </p:sp>
      <p:sp>
        <p:nvSpPr>
          <p:cNvPr id="5" name="Footer Placeholder 4">
            <a:extLst>
              <a:ext uri="{FF2B5EF4-FFF2-40B4-BE49-F238E27FC236}">
                <a16:creationId xmlns:a16="http://schemas.microsoft.com/office/drawing/2014/main" id="{5CC9F639-DFFB-2739-8A9E-13625EBB8E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38B73B-FC0B-4F5B-A81A-BFF8502F68E5}"/>
              </a:ext>
            </a:extLst>
          </p:cNvPr>
          <p:cNvSpPr>
            <a:spLocks noGrp="1"/>
          </p:cNvSpPr>
          <p:nvPr>
            <p:ph type="sldNum" sz="quarter" idx="12"/>
          </p:nvPr>
        </p:nvSpPr>
        <p:spPr/>
        <p:txBody>
          <a:bodyPr/>
          <a:lstStyle/>
          <a:p>
            <a:fld id="{3C60D056-9926-4803-801C-F65475C79847}" type="slidenum">
              <a:rPr lang="en-US" smtClean="0"/>
              <a:t>‹#›</a:t>
            </a:fld>
            <a:endParaRPr lang="en-US"/>
          </a:p>
        </p:txBody>
      </p:sp>
    </p:spTree>
    <p:extLst>
      <p:ext uri="{BB962C8B-B14F-4D97-AF65-F5344CB8AC3E}">
        <p14:creationId xmlns:p14="http://schemas.microsoft.com/office/powerpoint/2010/main" val="757875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7B6D6-D13F-241D-304A-6D72F2B6A0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FE6223-527E-C727-D2AA-559BB90AE1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02BAB9-6964-498B-A3A4-F96CCC66FF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4E1DCA-B630-9C43-01C2-E829F904AFD6}"/>
              </a:ext>
            </a:extLst>
          </p:cNvPr>
          <p:cNvSpPr>
            <a:spLocks noGrp="1"/>
          </p:cNvSpPr>
          <p:nvPr>
            <p:ph type="dt" sz="half" idx="10"/>
          </p:nvPr>
        </p:nvSpPr>
        <p:spPr/>
        <p:txBody>
          <a:bodyPr/>
          <a:lstStyle/>
          <a:p>
            <a:fld id="{0ECFA1C1-F41B-443F-8CDE-B4F8641DBF29}" type="datetimeFigureOut">
              <a:rPr lang="en-US" smtClean="0"/>
              <a:t>2/6/2026</a:t>
            </a:fld>
            <a:endParaRPr lang="en-US"/>
          </a:p>
        </p:txBody>
      </p:sp>
      <p:sp>
        <p:nvSpPr>
          <p:cNvPr id="6" name="Footer Placeholder 5">
            <a:extLst>
              <a:ext uri="{FF2B5EF4-FFF2-40B4-BE49-F238E27FC236}">
                <a16:creationId xmlns:a16="http://schemas.microsoft.com/office/drawing/2014/main" id="{25B10832-E894-2A05-1C6B-3D1DD646FE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63CC75-CC0D-DD69-657D-4EF302EF18C7}"/>
              </a:ext>
            </a:extLst>
          </p:cNvPr>
          <p:cNvSpPr>
            <a:spLocks noGrp="1"/>
          </p:cNvSpPr>
          <p:nvPr>
            <p:ph type="sldNum" sz="quarter" idx="12"/>
          </p:nvPr>
        </p:nvSpPr>
        <p:spPr/>
        <p:txBody>
          <a:bodyPr/>
          <a:lstStyle/>
          <a:p>
            <a:fld id="{3C60D056-9926-4803-801C-F65475C79847}" type="slidenum">
              <a:rPr lang="en-US" smtClean="0"/>
              <a:t>‹#›</a:t>
            </a:fld>
            <a:endParaRPr lang="en-US"/>
          </a:p>
        </p:txBody>
      </p:sp>
    </p:spTree>
    <p:extLst>
      <p:ext uri="{BB962C8B-B14F-4D97-AF65-F5344CB8AC3E}">
        <p14:creationId xmlns:p14="http://schemas.microsoft.com/office/powerpoint/2010/main" val="1000936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DF184-DCBF-E9CD-8C65-ADC5FA89B0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DF991A-7F46-1AC5-2E16-90E34D912E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C4186B-1354-8693-D38B-CF0856F85A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0942ED3-C170-EF7E-15C6-1C70F622F7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DF4844-EFBC-9E51-72E6-3AC5EC5416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D962C9-57F4-D176-DF07-6E6075FBDCD1}"/>
              </a:ext>
            </a:extLst>
          </p:cNvPr>
          <p:cNvSpPr>
            <a:spLocks noGrp="1"/>
          </p:cNvSpPr>
          <p:nvPr>
            <p:ph type="dt" sz="half" idx="10"/>
          </p:nvPr>
        </p:nvSpPr>
        <p:spPr/>
        <p:txBody>
          <a:bodyPr/>
          <a:lstStyle/>
          <a:p>
            <a:fld id="{0ECFA1C1-F41B-443F-8CDE-B4F8641DBF29}" type="datetimeFigureOut">
              <a:rPr lang="en-US" smtClean="0"/>
              <a:t>2/6/2026</a:t>
            </a:fld>
            <a:endParaRPr lang="en-US"/>
          </a:p>
        </p:txBody>
      </p:sp>
      <p:sp>
        <p:nvSpPr>
          <p:cNvPr id="8" name="Footer Placeholder 7">
            <a:extLst>
              <a:ext uri="{FF2B5EF4-FFF2-40B4-BE49-F238E27FC236}">
                <a16:creationId xmlns:a16="http://schemas.microsoft.com/office/drawing/2014/main" id="{B328A0C4-1E38-084A-DDF7-23538C7C3A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FBC877-F445-497F-7974-FE88536A219C}"/>
              </a:ext>
            </a:extLst>
          </p:cNvPr>
          <p:cNvSpPr>
            <a:spLocks noGrp="1"/>
          </p:cNvSpPr>
          <p:nvPr>
            <p:ph type="sldNum" sz="quarter" idx="12"/>
          </p:nvPr>
        </p:nvSpPr>
        <p:spPr/>
        <p:txBody>
          <a:bodyPr/>
          <a:lstStyle/>
          <a:p>
            <a:fld id="{3C60D056-9926-4803-801C-F65475C79847}" type="slidenum">
              <a:rPr lang="en-US" smtClean="0"/>
              <a:t>‹#›</a:t>
            </a:fld>
            <a:endParaRPr lang="en-US"/>
          </a:p>
        </p:txBody>
      </p:sp>
    </p:spTree>
    <p:extLst>
      <p:ext uri="{BB962C8B-B14F-4D97-AF65-F5344CB8AC3E}">
        <p14:creationId xmlns:p14="http://schemas.microsoft.com/office/powerpoint/2010/main" val="4203819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26D9E-86E2-9EF8-9A9C-BE8D29E271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BED306-284F-EEB2-9E45-7A20B23DAFF7}"/>
              </a:ext>
            </a:extLst>
          </p:cNvPr>
          <p:cNvSpPr>
            <a:spLocks noGrp="1"/>
          </p:cNvSpPr>
          <p:nvPr>
            <p:ph type="dt" sz="half" idx="10"/>
          </p:nvPr>
        </p:nvSpPr>
        <p:spPr/>
        <p:txBody>
          <a:bodyPr/>
          <a:lstStyle/>
          <a:p>
            <a:fld id="{0ECFA1C1-F41B-443F-8CDE-B4F8641DBF29}" type="datetimeFigureOut">
              <a:rPr lang="en-US" smtClean="0"/>
              <a:t>2/6/2026</a:t>
            </a:fld>
            <a:endParaRPr lang="en-US"/>
          </a:p>
        </p:txBody>
      </p:sp>
      <p:sp>
        <p:nvSpPr>
          <p:cNvPr id="4" name="Footer Placeholder 3">
            <a:extLst>
              <a:ext uri="{FF2B5EF4-FFF2-40B4-BE49-F238E27FC236}">
                <a16:creationId xmlns:a16="http://schemas.microsoft.com/office/drawing/2014/main" id="{B989613D-2F2D-8417-B644-332E1E4120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3D8362-59EC-A6E6-7752-2005CBE2E86B}"/>
              </a:ext>
            </a:extLst>
          </p:cNvPr>
          <p:cNvSpPr>
            <a:spLocks noGrp="1"/>
          </p:cNvSpPr>
          <p:nvPr>
            <p:ph type="sldNum" sz="quarter" idx="12"/>
          </p:nvPr>
        </p:nvSpPr>
        <p:spPr/>
        <p:txBody>
          <a:bodyPr/>
          <a:lstStyle/>
          <a:p>
            <a:fld id="{3C60D056-9926-4803-801C-F65475C79847}" type="slidenum">
              <a:rPr lang="en-US" smtClean="0"/>
              <a:t>‹#›</a:t>
            </a:fld>
            <a:endParaRPr lang="en-US"/>
          </a:p>
        </p:txBody>
      </p:sp>
    </p:spTree>
    <p:extLst>
      <p:ext uri="{BB962C8B-B14F-4D97-AF65-F5344CB8AC3E}">
        <p14:creationId xmlns:p14="http://schemas.microsoft.com/office/powerpoint/2010/main" val="3137971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397BAD-3870-1880-8447-95741345EFAD}"/>
              </a:ext>
            </a:extLst>
          </p:cNvPr>
          <p:cNvSpPr>
            <a:spLocks noGrp="1"/>
          </p:cNvSpPr>
          <p:nvPr>
            <p:ph type="dt" sz="half" idx="10"/>
          </p:nvPr>
        </p:nvSpPr>
        <p:spPr/>
        <p:txBody>
          <a:bodyPr/>
          <a:lstStyle/>
          <a:p>
            <a:fld id="{0ECFA1C1-F41B-443F-8CDE-B4F8641DBF29}" type="datetimeFigureOut">
              <a:rPr lang="en-US" smtClean="0"/>
              <a:t>2/6/2026</a:t>
            </a:fld>
            <a:endParaRPr lang="en-US"/>
          </a:p>
        </p:txBody>
      </p:sp>
      <p:sp>
        <p:nvSpPr>
          <p:cNvPr id="3" name="Footer Placeholder 2">
            <a:extLst>
              <a:ext uri="{FF2B5EF4-FFF2-40B4-BE49-F238E27FC236}">
                <a16:creationId xmlns:a16="http://schemas.microsoft.com/office/drawing/2014/main" id="{96B188F8-F7DA-1F51-3D79-404086C908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37B02A-A8FF-BF60-8F48-EE7FBB6EE64E}"/>
              </a:ext>
            </a:extLst>
          </p:cNvPr>
          <p:cNvSpPr>
            <a:spLocks noGrp="1"/>
          </p:cNvSpPr>
          <p:nvPr>
            <p:ph type="sldNum" sz="quarter" idx="12"/>
          </p:nvPr>
        </p:nvSpPr>
        <p:spPr/>
        <p:txBody>
          <a:bodyPr/>
          <a:lstStyle/>
          <a:p>
            <a:fld id="{3C60D056-9926-4803-801C-F65475C79847}" type="slidenum">
              <a:rPr lang="en-US" smtClean="0"/>
              <a:t>‹#›</a:t>
            </a:fld>
            <a:endParaRPr lang="en-US"/>
          </a:p>
        </p:txBody>
      </p:sp>
    </p:spTree>
    <p:extLst>
      <p:ext uri="{BB962C8B-B14F-4D97-AF65-F5344CB8AC3E}">
        <p14:creationId xmlns:p14="http://schemas.microsoft.com/office/powerpoint/2010/main" val="2458060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2A5BC-AEB3-1DBE-17C8-3C4F3D44D6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FB0DF1-0C27-1A52-26BE-959F832868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7AD950-F22F-5DCD-A0B1-F5DD07B0AC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BF4886-3B9D-1B11-5D45-6BF393F75330}"/>
              </a:ext>
            </a:extLst>
          </p:cNvPr>
          <p:cNvSpPr>
            <a:spLocks noGrp="1"/>
          </p:cNvSpPr>
          <p:nvPr>
            <p:ph type="dt" sz="half" idx="10"/>
          </p:nvPr>
        </p:nvSpPr>
        <p:spPr/>
        <p:txBody>
          <a:bodyPr/>
          <a:lstStyle/>
          <a:p>
            <a:fld id="{0ECFA1C1-F41B-443F-8CDE-B4F8641DBF29}" type="datetimeFigureOut">
              <a:rPr lang="en-US" smtClean="0"/>
              <a:t>2/6/2026</a:t>
            </a:fld>
            <a:endParaRPr lang="en-US"/>
          </a:p>
        </p:txBody>
      </p:sp>
      <p:sp>
        <p:nvSpPr>
          <p:cNvPr id="6" name="Footer Placeholder 5">
            <a:extLst>
              <a:ext uri="{FF2B5EF4-FFF2-40B4-BE49-F238E27FC236}">
                <a16:creationId xmlns:a16="http://schemas.microsoft.com/office/drawing/2014/main" id="{1A22D67D-A69D-8D62-5C79-0D1CC2703E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BD7E09-289F-6267-53F4-9E47E4008FDD}"/>
              </a:ext>
            </a:extLst>
          </p:cNvPr>
          <p:cNvSpPr>
            <a:spLocks noGrp="1"/>
          </p:cNvSpPr>
          <p:nvPr>
            <p:ph type="sldNum" sz="quarter" idx="12"/>
          </p:nvPr>
        </p:nvSpPr>
        <p:spPr/>
        <p:txBody>
          <a:bodyPr/>
          <a:lstStyle/>
          <a:p>
            <a:fld id="{3C60D056-9926-4803-801C-F65475C79847}" type="slidenum">
              <a:rPr lang="en-US" smtClean="0"/>
              <a:t>‹#›</a:t>
            </a:fld>
            <a:endParaRPr lang="en-US"/>
          </a:p>
        </p:txBody>
      </p:sp>
    </p:spTree>
    <p:extLst>
      <p:ext uri="{BB962C8B-B14F-4D97-AF65-F5344CB8AC3E}">
        <p14:creationId xmlns:p14="http://schemas.microsoft.com/office/powerpoint/2010/main" val="2655304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57904-9B16-C66A-1041-4A42E6988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011F61-426B-7CB8-CA05-CEEF94F093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DF55C7-8490-C502-8D98-329AF936E8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BC318B-A538-F8CF-561F-BA7DA5265C04}"/>
              </a:ext>
            </a:extLst>
          </p:cNvPr>
          <p:cNvSpPr>
            <a:spLocks noGrp="1"/>
          </p:cNvSpPr>
          <p:nvPr>
            <p:ph type="dt" sz="half" idx="10"/>
          </p:nvPr>
        </p:nvSpPr>
        <p:spPr/>
        <p:txBody>
          <a:bodyPr/>
          <a:lstStyle/>
          <a:p>
            <a:fld id="{0ECFA1C1-F41B-443F-8CDE-B4F8641DBF29}" type="datetimeFigureOut">
              <a:rPr lang="en-US" smtClean="0"/>
              <a:t>2/6/2026</a:t>
            </a:fld>
            <a:endParaRPr lang="en-US"/>
          </a:p>
        </p:txBody>
      </p:sp>
      <p:sp>
        <p:nvSpPr>
          <p:cNvPr id="6" name="Footer Placeholder 5">
            <a:extLst>
              <a:ext uri="{FF2B5EF4-FFF2-40B4-BE49-F238E27FC236}">
                <a16:creationId xmlns:a16="http://schemas.microsoft.com/office/drawing/2014/main" id="{EDBED59B-4A25-4815-C702-100EAE19BF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AF062E-4EA1-C359-C147-EBD00663E680}"/>
              </a:ext>
            </a:extLst>
          </p:cNvPr>
          <p:cNvSpPr>
            <a:spLocks noGrp="1"/>
          </p:cNvSpPr>
          <p:nvPr>
            <p:ph type="sldNum" sz="quarter" idx="12"/>
          </p:nvPr>
        </p:nvSpPr>
        <p:spPr/>
        <p:txBody>
          <a:bodyPr/>
          <a:lstStyle/>
          <a:p>
            <a:fld id="{3C60D056-9926-4803-801C-F65475C79847}" type="slidenum">
              <a:rPr lang="en-US" smtClean="0"/>
              <a:t>‹#›</a:t>
            </a:fld>
            <a:endParaRPr lang="en-US"/>
          </a:p>
        </p:txBody>
      </p:sp>
    </p:spTree>
    <p:extLst>
      <p:ext uri="{BB962C8B-B14F-4D97-AF65-F5344CB8AC3E}">
        <p14:creationId xmlns:p14="http://schemas.microsoft.com/office/powerpoint/2010/main" val="3482829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A87D2-C224-1404-2D6C-AB9D3F54B9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28C12A-5DDB-FF8F-C307-E57821AFA2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ADE864-EAA3-E0A8-7BEC-C3C05F1E57FD}"/>
              </a:ext>
            </a:extLst>
          </p:cNvPr>
          <p:cNvSpPr>
            <a:spLocks noGrp="1"/>
          </p:cNvSpPr>
          <p:nvPr>
            <p:ph type="dt" sz="half" idx="10"/>
          </p:nvPr>
        </p:nvSpPr>
        <p:spPr/>
        <p:txBody>
          <a:bodyPr/>
          <a:lstStyle/>
          <a:p>
            <a:fld id="{0ECFA1C1-F41B-443F-8CDE-B4F8641DBF29}" type="datetimeFigureOut">
              <a:rPr lang="en-US" smtClean="0"/>
              <a:t>2/6/2026</a:t>
            </a:fld>
            <a:endParaRPr lang="en-US"/>
          </a:p>
        </p:txBody>
      </p:sp>
      <p:sp>
        <p:nvSpPr>
          <p:cNvPr id="5" name="Footer Placeholder 4">
            <a:extLst>
              <a:ext uri="{FF2B5EF4-FFF2-40B4-BE49-F238E27FC236}">
                <a16:creationId xmlns:a16="http://schemas.microsoft.com/office/drawing/2014/main" id="{75CEE65E-1DE1-9B7F-140C-30FC5EFBCA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550590-785A-D8D3-D24E-A05E6EA7184D}"/>
              </a:ext>
            </a:extLst>
          </p:cNvPr>
          <p:cNvSpPr>
            <a:spLocks noGrp="1"/>
          </p:cNvSpPr>
          <p:nvPr>
            <p:ph type="sldNum" sz="quarter" idx="12"/>
          </p:nvPr>
        </p:nvSpPr>
        <p:spPr/>
        <p:txBody>
          <a:bodyPr/>
          <a:lstStyle/>
          <a:p>
            <a:fld id="{3C60D056-9926-4803-801C-F65475C79847}" type="slidenum">
              <a:rPr lang="en-US" smtClean="0"/>
              <a:t>‹#›</a:t>
            </a:fld>
            <a:endParaRPr lang="en-US"/>
          </a:p>
        </p:txBody>
      </p:sp>
    </p:spTree>
    <p:extLst>
      <p:ext uri="{BB962C8B-B14F-4D97-AF65-F5344CB8AC3E}">
        <p14:creationId xmlns:p14="http://schemas.microsoft.com/office/powerpoint/2010/main" val="3955207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4B90CD-1B00-227F-7191-690F03033EF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4FB14B-AC00-3470-C149-0994BAAE5B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938D72-300E-F756-699E-901B1521670C}"/>
              </a:ext>
            </a:extLst>
          </p:cNvPr>
          <p:cNvSpPr>
            <a:spLocks noGrp="1"/>
          </p:cNvSpPr>
          <p:nvPr>
            <p:ph type="dt" sz="half" idx="10"/>
          </p:nvPr>
        </p:nvSpPr>
        <p:spPr/>
        <p:txBody>
          <a:bodyPr/>
          <a:lstStyle/>
          <a:p>
            <a:fld id="{0ECFA1C1-F41B-443F-8CDE-B4F8641DBF29}" type="datetimeFigureOut">
              <a:rPr lang="en-US" smtClean="0"/>
              <a:t>2/6/2026</a:t>
            </a:fld>
            <a:endParaRPr lang="en-US"/>
          </a:p>
        </p:txBody>
      </p:sp>
      <p:sp>
        <p:nvSpPr>
          <p:cNvPr id="5" name="Footer Placeholder 4">
            <a:extLst>
              <a:ext uri="{FF2B5EF4-FFF2-40B4-BE49-F238E27FC236}">
                <a16:creationId xmlns:a16="http://schemas.microsoft.com/office/drawing/2014/main" id="{76612491-45BE-A52E-18DA-333A9B3C7A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F3520D-6E04-E745-132F-9C71C523CDA2}"/>
              </a:ext>
            </a:extLst>
          </p:cNvPr>
          <p:cNvSpPr>
            <a:spLocks noGrp="1"/>
          </p:cNvSpPr>
          <p:nvPr>
            <p:ph type="sldNum" sz="quarter" idx="12"/>
          </p:nvPr>
        </p:nvSpPr>
        <p:spPr/>
        <p:txBody>
          <a:bodyPr/>
          <a:lstStyle/>
          <a:p>
            <a:fld id="{3C60D056-9926-4803-801C-F65475C79847}" type="slidenum">
              <a:rPr lang="en-US" smtClean="0"/>
              <a:t>‹#›</a:t>
            </a:fld>
            <a:endParaRPr lang="en-US"/>
          </a:p>
        </p:txBody>
      </p:sp>
    </p:spTree>
    <p:extLst>
      <p:ext uri="{BB962C8B-B14F-4D97-AF65-F5344CB8AC3E}">
        <p14:creationId xmlns:p14="http://schemas.microsoft.com/office/powerpoint/2010/main" val="1238122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F1A1FE-3B47-1590-367D-A78B9EE2A8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7BFAB3-C3FE-5921-3612-ACD94F025C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E115F7-C482-746B-6EAC-CFC790C3C9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CFA1C1-F41B-443F-8CDE-B4F8641DBF29}" type="datetimeFigureOut">
              <a:rPr lang="en-US" smtClean="0"/>
              <a:t>2/6/2026</a:t>
            </a:fld>
            <a:endParaRPr lang="en-US"/>
          </a:p>
        </p:txBody>
      </p:sp>
      <p:sp>
        <p:nvSpPr>
          <p:cNvPr id="5" name="Footer Placeholder 4">
            <a:extLst>
              <a:ext uri="{FF2B5EF4-FFF2-40B4-BE49-F238E27FC236}">
                <a16:creationId xmlns:a16="http://schemas.microsoft.com/office/drawing/2014/main" id="{17E01B0D-4143-B879-B25B-34C7BF18EF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44E07FB-3109-3687-F818-31BD5DAC3D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60D056-9926-4803-801C-F65475C79847}" type="slidenum">
              <a:rPr lang="en-US" smtClean="0"/>
              <a:t>‹#›</a:t>
            </a:fld>
            <a:endParaRPr lang="en-US"/>
          </a:p>
        </p:txBody>
      </p:sp>
    </p:spTree>
    <p:extLst>
      <p:ext uri="{BB962C8B-B14F-4D97-AF65-F5344CB8AC3E}">
        <p14:creationId xmlns:p14="http://schemas.microsoft.com/office/powerpoint/2010/main" val="21474254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A954B-B3C3-C500-DD3C-13007B33B615}"/>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5A39E89-B079-68BE-3CFB-A0CFDEF0316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51442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0629-1E5E-3FE3-4522-5297CA8A08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C459C0-4E7F-3DFB-3647-34137699502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1136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y be a graphic of text">
            <a:extLst>
              <a:ext uri="{FF2B5EF4-FFF2-40B4-BE49-F238E27FC236}">
                <a16:creationId xmlns:a16="http://schemas.microsoft.com/office/drawing/2014/main" id="{E89DBC86-C153-5F27-C843-5BE5DE343E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2506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May be a graphic of map, floor plan and text that says &quot;Local Working directory Staging Remote Remote branch trackingrvenin git merge git fetch git reset Local repository git pull git add git commit git push Stash git stash git stash apply git stash pop dacadrverinang&quot;">
            <a:extLst>
              <a:ext uri="{FF2B5EF4-FFF2-40B4-BE49-F238E27FC236}">
                <a16:creationId xmlns:a16="http://schemas.microsoft.com/office/drawing/2014/main" id="{8DDBB6DA-1A86-B01A-96E8-21ACA9FD57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8388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2435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May be a graphic of text that says &quot;Merging Rebasing Vs in Git, Visualized swipe&quot;">
            <a:extLst>
              <a:ext uri="{FF2B5EF4-FFF2-40B4-BE49-F238E27FC236}">
                <a16:creationId xmlns:a16="http://schemas.microsoft.com/office/drawing/2014/main" id="{850916DE-0570-63D4-CD8D-634A96838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8475" y="0"/>
            <a:ext cx="61150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0437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May be a graphic of text that says &quot;Assume the following current state: Where we originally forked the branch from (base) branch we are currently in current main These two commits were made in main after we forked&quot;">
            <a:extLst>
              <a:ext uri="{FF2B5EF4-FFF2-40B4-BE49-F238E27FC236}">
                <a16:creationId xmlns:a16="http://schemas.microsoft.com/office/drawing/2014/main" id="{6786D779-B8FA-568B-B1BA-615D63D96F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6738" y="0"/>
            <a:ext cx="59769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3643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May be a graphic of text that says &quot;To incorporate those two commits into our current branch, we have two options Merge the main branch git merge main Rebase to the main branch git rebase main&quot;">
            <a:extLst>
              <a:ext uri="{FF2B5EF4-FFF2-40B4-BE49-F238E27FC236}">
                <a16:creationId xmlns:a16="http://schemas.microsoft.com/office/drawing/2014/main" id="{40944BA4-13B7-2C23-A06A-7C1419132C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0658" y="0"/>
            <a:ext cx="60801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20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ay be a graphic of text that says &quot;on merging &quot;merge commit&quot; current main on rebasing Base is moved here current main&quot;">
            <a:extLst>
              <a:ext uri="{FF2B5EF4-FFF2-40B4-BE49-F238E27FC236}">
                <a16:creationId xmlns:a16="http://schemas.microsoft.com/office/drawing/2014/main" id="{67341721-2718-6FA3-BEB9-0490224206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0610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7024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ay be an image of text">
            <a:extLst>
              <a:ext uri="{FF2B5EF4-FFF2-40B4-BE49-F238E27FC236}">
                <a16:creationId xmlns:a16="http://schemas.microsoft.com/office/drawing/2014/main" id="{CAC631FA-984C-2A13-5BDF-EBE8A97DF0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7163" y="0"/>
            <a:ext cx="56848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4044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73CB1-1172-1AD7-EBEE-429B9BFCB964}"/>
              </a:ext>
            </a:extLst>
          </p:cNvPr>
          <p:cNvSpPr>
            <a:spLocks noGrp="1"/>
          </p:cNvSpPr>
          <p:nvPr>
            <p:ph type="title"/>
          </p:nvPr>
        </p:nvSpPr>
        <p:spPr/>
        <p:txBody>
          <a:bodyPr/>
          <a:lstStyle/>
          <a:p>
            <a:pPr algn="ctr"/>
            <a:r>
              <a:rPr lang="en-US" dirty="0"/>
              <a:t>Git vs GitHub</a:t>
            </a:r>
          </a:p>
        </p:txBody>
      </p:sp>
      <p:sp>
        <p:nvSpPr>
          <p:cNvPr id="3" name="Content Placeholder 2">
            <a:extLst>
              <a:ext uri="{FF2B5EF4-FFF2-40B4-BE49-F238E27FC236}">
                <a16:creationId xmlns:a16="http://schemas.microsoft.com/office/drawing/2014/main" id="{67AA835B-628B-028F-D92D-BBFEF914AE7C}"/>
              </a:ext>
            </a:extLst>
          </p:cNvPr>
          <p:cNvSpPr>
            <a:spLocks noGrp="1"/>
          </p:cNvSpPr>
          <p:nvPr>
            <p:ph sz="half" idx="1"/>
          </p:nvPr>
        </p:nvSpPr>
        <p:spPr/>
        <p:txBody>
          <a:bodyPr>
            <a:normAutofit fontScale="92500" lnSpcReduction="20000"/>
          </a:bodyPr>
          <a:lstStyle/>
          <a:p>
            <a:pPr marL="514350" indent="-514350">
              <a:buFont typeface="+mj-lt"/>
              <a:buAutoNum type="arabicPeriod"/>
            </a:pPr>
            <a:r>
              <a:rPr lang="en-US" dirty="0"/>
              <a:t>Git is a software.</a:t>
            </a:r>
          </a:p>
          <a:p>
            <a:pPr marL="514350" indent="-514350">
              <a:buFont typeface="+mj-lt"/>
              <a:buAutoNum type="arabicPeriod"/>
            </a:pPr>
            <a:r>
              <a:rPr lang="en-US" dirty="0"/>
              <a:t>Git is a version control system to manage source code history.</a:t>
            </a:r>
          </a:p>
          <a:p>
            <a:pPr marL="514350" indent="-514350">
              <a:buFont typeface="+mj-lt"/>
              <a:buAutoNum type="arabicPeriod"/>
            </a:pPr>
            <a:r>
              <a:rPr lang="en-US" dirty="0"/>
              <a:t>Git is maintained by </a:t>
            </a:r>
            <a:r>
              <a:rPr lang="en-US" dirty="0" err="1"/>
              <a:t>linux</a:t>
            </a:r>
            <a:r>
              <a:rPr lang="en-US" dirty="0"/>
              <a:t>.</a:t>
            </a:r>
          </a:p>
          <a:p>
            <a:pPr marL="514350" indent="-514350">
              <a:buFont typeface="+mj-lt"/>
              <a:buAutoNum type="arabicPeriod"/>
            </a:pPr>
            <a:r>
              <a:rPr lang="en-US" dirty="0"/>
              <a:t>Git is installed locally on the system.</a:t>
            </a:r>
          </a:p>
          <a:p>
            <a:pPr marL="514350" indent="-514350">
              <a:buFont typeface="+mj-lt"/>
              <a:buAutoNum type="arabicPeriod"/>
            </a:pPr>
            <a:r>
              <a:rPr lang="en-US" dirty="0"/>
              <a:t>Git has no user management feature.</a:t>
            </a:r>
          </a:p>
          <a:p>
            <a:pPr marL="514350" indent="-514350">
              <a:buFont typeface="+mj-lt"/>
              <a:buAutoNum type="arabicPeriod"/>
            </a:pPr>
            <a:r>
              <a:rPr lang="en-US" dirty="0"/>
              <a:t>Git is open-source licensed.</a:t>
            </a:r>
          </a:p>
          <a:p>
            <a:pPr marL="514350" indent="-514350">
              <a:buFont typeface="+mj-lt"/>
              <a:buAutoNum type="arabicPeriod"/>
            </a:pPr>
            <a:r>
              <a:rPr lang="en-US" dirty="0"/>
              <a:t>Git has minimal external tool configuration.</a:t>
            </a:r>
          </a:p>
        </p:txBody>
      </p:sp>
      <p:sp>
        <p:nvSpPr>
          <p:cNvPr id="4" name="Content Placeholder 3">
            <a:extLst>
              <a:ext uri="{FF2B5EF4-FFF2-40B4-BE49-F238E27FC236}">
                <a16:creationId xmlns:a16="http://schemas.microsoft.com/office/drawing/2014/main" id="{4D5F8A96-23B0-6126-CDD1-88DD1CE340BE}"/>
              </a:ext>
            </a:extLst>
          </p:cNvPr>
          <p:cNvSpPr>
            <a:spLocks noGrp="1"/>
          </p:cNvSpPr>
          <p:nvPr>
            <p:ph sz="half" idx="2"/>
          </p:nvPr>
        </p:nvSpPr>
        <p:spPr>
          <a:xfrm>
            <a:off x="6172200" y="1825625"/>
            <a:ext cx="5674360" cy="4351338"/>
          </a:xfrm>
        </p:spPr>
        <p:txBody>
          <a:bodyPr>
            <a:normAutofit fontScale="92500" lnSpcReduction="20000"/>
          </a:bodyPr>
          <a:lstStyle/>
          <a:p>
            <a:pPr marL="514350" indent="-514350">
              <a:buFont typeface="+mj-lt"/>
              <a:buAutoNum type="arabicPeriod"/>
            </a:pPr>
            <a:r>
              <a:rPr lang="en-US" dirty="0"/>
              <a:t>GitHub is a service.</a:t>
            </a:r>
          </a:p>
          <a:p>
            <a:pPr marL="514350" indent="-514350">
              <a:buFont typeface="+mj-lt"/>
              <a:buAutoNum type="arabicPeriod"/>
            </a:pPr>
            <a:r>
              <a:rPr lang="en-US" dirty="0"/>
              <a:t>GitHub is a hosting service for Git repositories. </a:t>
            </a:r>
          </a:p>
          <a:p>
            <a:pPr marL="514350" indent="-514350">
              <a:buFont typeface="+mj-lt"/>
              <a:buAutoNum type="arabicPeriod"/>
            </a:pPr>
            <a:r>
              <a:rPr lang="en-US" dirty="0"/>
              <a:t>GitHub is maintained by Microsoft.</a:t>
            </a:r>
          </a:p>
          <a:p>
            <a:pPr marL="514350" indent="-514350">
              <a:buFont typeface="+mj-lt"/>
              <a:buAutoNum type="arabicPeriod"/>
            </a:pPr>
            <a:r>
              <a:rPr lang="en-US" dirty="0"/>
              <a:t>GitHub is hosted on the web.</a:t>
            </a:r>
          </a:p>
          <a:p>
            <a:pPr marL="514350" indent="-514350">
              <a:buFont typeface="+mj-lt"/>
              <a:buAutoNum type="arabicPeriod"/>
            </a:pPr>
            <a:r>
              <a:rPr lang="en-US" dirty="0"/>
              <a:t>GitHub has a built-in user management feature.</a:t>
            </a:r>
          </a:p>
          <a:p>
            <a:pPr marL="514350" indent="-514350">
              <a:buFont typeface="+mj-lt"/>
              <a:buAutoNum type="arabicPeriod"/>
            </a:pPr>
            <a:r>
              <a:rPr lang="en-US" dirty="0"/>
              <a:t>GitHub includes a free- tier and pay-for-use tier.</a:t>
            </a:r>
          </a:p>
          <a:p>
            <a:pPr marL="514350" indent="-514350">
              <a:buFont typeface="+mj-lt"/>
              <a:buAutoNum type="arabicPeriod"/>
            </a:pPr>
            <a:r>
              <a:rPr lang="en-US" dirty="0"/>
              <a:t>GitHub has an active marketplace for tool integration.</a:t>
            </a:r>
          </a:p>
          <a:p>
            <a:endParaRPr lang="en-US" dirty="0"/>
          </a:p>
        </p:txBody>
      </p:sp>
      <p:pic>
        <p:nvPicPr>
          <p:cNvPr id="6" name="Picture 5">
            <a:extLst>
              <a:ext uri="{FF2B5EF4-FFF2-40B4-BE49-F238E27FC236}">
                <a16:creationId xmlns:a16="http://schemas.microsoft.com/office/drawing/2014/main" id="{0F9E595F-20D7-DC57-9A87-39C15977B37E}"/>
              </a:ext>
            </a:extLst>
          </p:cNvPr>
          <p:cNvPicPr>
            <a:picLocks noChangeAspect="1"/>
          </p:cNvPicPr>
          <p:nvPr/>
        </p:nvPicPr>
        <p:blipFill>
          <a:blip r:embed="rId2"/>
          <a:stretch>
            <a:fillRect/>
          </a:stretch>
        </p:blipFill>
        <p:spPr>
          <a:xfrm>
            <a:off x="3185477" y="475456"/>
            <a:ext cx="1228725" cy="1104900"/>
          </a:xfrm>
          <a:prstGeom prst="rect">
            <a:avLst/>
          </a:prstGeom>
        </p:spPr>
      </p:pic>
      <p:pic>
        <p:nvPicPr>
          <p:cNvPr id="8" name="Picture 7">
            <a:extLst>
              <a:ext uri="{FF2B5EF4-FFF2-40B4-BE49-F238E27FC236}">
                <a16:creationId xmlns:a16="http://schemas.microsoft.com/office/drawing/2014/main" id="{30082EB8-6A0D-29B1-B4AB-F06E93F958B6}"/>
              </a:ext>
            </a:extLst>
          </p:cNvPr>
          <p:cNvPicPr>
            <a:picLocks noChangeAspect="1"/>
          </p:cNvPicPr>
          <p:nvPr/>
        </p:nvPicPr>
        <p:blipFill>
          <a:blip r:embed="rId3"/>
          <a:stretch>
            <a:fillRect/>
          </a:stretch>
        </p:blipFill>
        <p:spPr>
          <a:xfrm>
            <a:off x="8245157" y="365125"/>
            <a:ext cx="1228725" cy="1076325"/>
          </a:xfrm>
          <a:prstGeom prst="rect">
            <a:avLst/>
          </a:prstGeom>
        </p:spPr>
      </p:pic>
    </p:spTree>
    <p:extLst>
      <p:ext uri="{BB962C8B-B14F-4D97-AF65-F5344CB8AC3E}">
        <p14:creationId xmlns:p14="http://schemas.microsoft.com/office/powerpoint/2010/main" val="2023341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65D25ED6-34A7-747C-93A7-3871F6AE79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9360" y="0"/>
            <a:ext cx="51435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May be a graphic of text that says 'git COMMANDS EVERYONE SHOULD KNOW The_Cyber_King'">
            <a:extLst>
              <a:ext uri="{FF2B5EF4-FFF2-40B4-BE49-F238E27FC236}">
                <a16:creationId xmlns:a16="http://schemas.microsoft.com/office/drawing/2014/main" id="{BF9F6316-45F4-A7C2-BEF8-91631F7755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560" y="0"/>
            <a:ext cx="5143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1167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May be a graphic of text that says 'COMMANDS ===== UNDO &amp; FIX ===== git restore file.txt txt git restore --staged file.txt txt git reset --soft HEAD~1 git reset --hard HEAD~1 # ===== STASHING ===== git stash git stash git stash git stash list apply drop ===== TAGS &amp; CLEANUP ===== git tag v1.0 v1 0 git tag git clean -fd The_Cyber_King'">
            <a:extLst>
              <a:ext uri="{FF2B5EF4-FFF2-40B4-BE49-F238E27FC236}">
                <a16:creationId xmlns:a16="http://schemas.microsoft.com/office/drawing/2014/main" id="{E0CC118C-4461-BC56-509D-1F0A2CE595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5030" y="0"/>
            <a:ext cx="51435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F16B5F5C-6FCA-011D-0732-11EC837DA5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9360" y="0"/>
            <a:ext cx="5143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9038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May be an image of text that says 'Git Commands Cheat Sheet Repository // Initialize a Clone a repo new Git repo URL from Basics Show changes status Message age&quot; Mess Add changes to staging //Commit changes with amessage View commit history Branching List changes status Create new branch branch // Merge from changes Delete branch a branch Branching add ٢&lt; &gt; &gt;&lt; &lt;t &gt; &lt; &gt; //List List remotes // Add remote Push changes Puli &lt; to remote changes from a remote Branching Fetch and merge changes Fetch changes without merging Discard changes Revert changes in a commit'">
            <a:extLst>
              <a:ext uri="{FF2B5EF4-FFF2-40B4-BE49-F238E27FC236}">
                <a16:creationId xmlns:a16="http://schemas.microsoft.com/office/drawing/2014/main" id="{2F44F30A-03EF-FCE9-F1BF-EE736981A0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4848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9307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9338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849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79643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280</TotalTime>
  <Words>106</Words>
  <Application>Microsoft Office PowerPoint</Application>
  <PresentationFormat>Widescreen</PresentationFormat>
  <Paragraphs>15</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Git vs GitHub</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Dipak Pulami Magar</dc:creator>
  <cp:lastModifiedBy>Dipak Pulami Magar</cp:lastModifiedBy>
  <cp:revision>7</cp:revision>
  <dcterms:created xsi:type="dcterms:W3CDTF">2026-02-05T04:36:51Z</dcterms:created>
  <dcterms:modified xsi:type="dcterms:W3CDTF">2026-02-06T17:38:47Z</dcterms:modified>
</cp:coreProperties>
</file>