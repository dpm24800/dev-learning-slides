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9A01-402B-6950-B0D6-D967090D5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03DD7-85A3-64B5-E1A7-B264A1951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80660-F6AE-528B-881F-0ADC7AC1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CF286-D332-2A42-9FA9-992726894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E3517-86B7-D2F7-695B-23CF60B9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03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E5642-6053-1EAF-1994-EABA0312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0D921-79E3-EEA0-D37B-C670605E0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4DAEF-2262-E3AD-8573-B8E000D56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0D89B-BB58-287D-A3D6-8ED0D6BA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9AB66-0FF0-1D6A-4575-75C16AA3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29A3-5AB4-EB67-782F-F89FBEB73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47C3F-3168-3D42-D3FE-48BE3525F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979A3-FDB2-A6A4-4F3B-977BD00F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9E475-3F98-96E3-F3FA-967B05A74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5C6B9-1C51-1BED-3DF5-803B6DE5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8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CFC9-FF2A-6EDD-CAD1-6653C972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28E88-042A-55A3-A3D9-379270F87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BF185-DAFB-841F-D970-0EAE7149B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0ECFE-B307-3208-C9CF-0C7F56557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F5E92-EC50-A568-974F-963AD30AB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B8D3E-813A-A36B-F1A2-37B26A6F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5011-E787-F3DC-C8FE-7694DAEBE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25DB6-B92B-AB7C-9241-18BB63558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07A85-8401-8352-ABE9-446656275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3C3DE-9DE5-E8E7-CA93-A3CF4DE02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CE946E-8DC0-7C36-8EA5-55337C475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7363A-F3A6-C065-5FA6-B6F4F727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0C3955-0B9C-95DC-A04B-FBA3CEEDC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E32E2-783C-E3D0-4C29-B2089C3E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9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EDAF6-B1F2-EDB4-7D6D-6B0C9C3E8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60373-EA84-7C4A-3244-1C371C68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E7F61-40A1-394A-4C19-FDF09EAD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B50B3-AD37-4C2A-29DD-236D36BF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6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56E64-A37C-1FE7-D552-C0DFDE93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EA839-90AF-934D-3B27-7F216AC46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D58E3-8A1D-E57D-9528-8ED367C4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1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F9139-A836-4CC7-DCA9-6C02F752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95DD6-FB6B-6CE0-E420-0315E256E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06EFC-6C0D-9A63-01F8-F5324205B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DBC04-7792-4F1E-FA58-AC7A60AE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A98FF-5262-FB72-A901-297E0D322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E9B6F-CA2C-50F3-0B46-5FC49038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5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91BD-F470-815A-3716-FC17A2ADE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6320EA-7D87-0EBA-7A84-FDB7DA5D0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2A29B-9753-F8D7-F80D-8454B31E1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B0806-A15C-F61A-D133-68BC0EE7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41C76-735D-E61B-8AC1-D3A9FF293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6D26B-4A56-DDC6-7CB2-D0962CE7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4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B7A7C-026A-6D85-2D4D-641BF52C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D111D-D0BB-DC95-EEEF-7E3E5E422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57007-5A8B-4FD9-6D89-51EF1F25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87E52-82D9-F432-D93C-B8CBB594B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73476-7E27-DB5A-8DA7-49563648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27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4C878C-F215-1691-DCB0-AFF6C8B8F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1F162-B951-7F0B-66E7-5C34DB092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5D510-8783-923E-FAE1-238E308C7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8A9B5-E364-1F89-585F-3E2D5682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29E06-F6FA-191D-C018-9DCBD0900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3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59337D-B0AB-5B7E-4832-F2296A3F6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65B02-6D5F-14CC-B6CD-B0D9D6026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3278E-82D1-1D4E-1FE7-B60F2279E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1CE16-2236-473A-BE6F-710E0EA8A40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F750E-2C8A-D9CF-F16E-428193ED10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76FCC-FB11-1449-BE27-5228879C6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22CC7-2BDA-4226-B6E6-407B00B51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06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A3CD-BBD0-82BB-50C7-07B157EEF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F6C3D-C088-CB16-6084-20BFCD2E0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7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87BA44-4943-05EA-7B0D-76C6FD8FE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303" y="0"/>
            <a:ext cx="57473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9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1A86-A890-E1ED-CAFF-11DAA839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18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4E6B-9F08-EE10-544D-5E564858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9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177F-EFCF-5F62-F043-8F7714E7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887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Dipak Pulami Magar</dc:creator>
  <cp:lastModifiedBy>Dipak Pulami Magar</cp:lastModifiedBy>
  <cp:revision>1</cp:revision>
  <dcterms:created xsi:type="dcterms:W3CDTF">2026-02-06T21:48:56Z</dcterms:created>
  <dcterms:modified xsi:type="dcterms:W3CDTF">2026-02-06T21:51:39Z</dcterms:modified>
</cp:coreProperties>
</file>